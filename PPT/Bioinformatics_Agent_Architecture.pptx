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7" r:id="rId12"/>
    <p:sldId id="278" r:id="rId13"/>
    <p:sldId id="276" r:id="rId14"/>
    <p:sldId id="265" r:id="rId15"/>
    <p:sldId id="266" r:id="rId16"/>
    <p:sldId id="267" r:id="rId17"/>
    <p:sldId id="268" r:id="rId18"/>
    <p:sldId id="271" r:id="rId19"/>
    <p:sldId id="269" r:id="rId20"/>
    <p:sldId id="274" r:id="rId21"/>
    <p:sldId id="272" r:id="rId22"/>
    <p:sldId id="275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327" autoAdjust="0"/>
  </p:normalViewPr>
  <p:slideViewPr>
    <p:cSldViewPr snapToGrid="0">
      <p:cViewPr varScale="1">
        <p:scale>
          <a:sx n="126" d="100"/>
          <a:sy n="126" d="100"/>
        </p:scale>
        <p:origin x="14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3113A-A8F2-41E1-BE9A-B655091E6EC1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498E8F-0E88-4000-8EEC-96D622E5B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147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15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45CD-5A42-B747-BFAE-8BE3C81C3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7E840B9-39AA-D0F1-885D-257D85AA5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9C1A1A-3C84-7B4C-A17D-17AA22227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7B78025-965E-3DF8-910E-452F52919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2790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A6054-3D95-33A9-6F9D-A0E57CFC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C9EBF2-56BF-106F-A3DD-E81B03649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35145B-6B5E-ADCB-370A-B903B869B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90CC78-620E-E69E-A29A-0BAAD31BE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0291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err="1"/>
              <a:t>ToDo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663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702EC2-9ED2-44E7-B8B2-FA3AEED63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410896-6A8D-7B8C-4169-6004B2F95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E1D6D-0135-36EE-55E3-D4E4B31A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463B21-4C36-2663-4320-D632F71D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3E0F3D-2541-25EA-5469-C6EC54AD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49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FCB2D-793F-11D7-D772-5DC983F3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743AA-92CF-63C1-D7FD-BA294F438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24BE13-D695-56E0-4628-D23DC7BF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158B9-8E02-FF8B-E30E-674813F0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237677-F581-F57F-22B3-19FBC9B43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333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AFCF8F-3C28-EC6A-40EB-759AE0003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16314E-F9BC-CE97-444C-FCF5A09CD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B06B6A-11BB-303A-6B0C-D81E1F4AC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3AE548-7987-978A-5BCB-EB37C9AE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B68274-2EDF-E056-F9C6-0C0C9A268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34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1040A-9933-2324-45D4-1E5A697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727AB-DFF8-2D19-06A9-EA3C63E13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735C9F-F034-081C-5E69-9EB16EB38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691809-D47E-06BF-127C-C75B27D57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B4E26-1E8A-40FB-9715-BBA56EEE4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67B68B-0967-E4EC-132A-0CB0F12A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9933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057453-F329-DF4F-F113-3F15D745A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CCD3F1-AA0C-D7AE-BDD4-75C8009E5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7E8985-0663-A65B-2EF1-2D7F2962C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334C22-A16E-FBC3-EB9A-3A879E21F2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C15E8D-088F-91F3-D8A4-913258DCE2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46FABDC-2D74-BC02-8849-50CD5706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3A18EF-5D73-F7E4-B6AF-FFAB62B21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8FC48-5819-498B-A06D-53178183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70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A00C42-F821-F57C-AF6C-2859A013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4F08F1-49E4-65DC-AB04-EC92BBA03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D143B02-A4EC-0C54-61D0-5F3A309C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42E3A0C-D998-DC51-39AF-2B6B3930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14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C7DF5F-B28E-B57E-0A47-EE34D602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D44EF15-C6B9-4CD2-5209-201690E96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50BDF-9D35-F3EB-C1F2-CDBDB014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76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DB66DA-3906-6051-DC53-DA3A37541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F4B2DC-0224-E688-2473-966BAF30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A0B183-5C33-1C3E-7164-5D8606DE4B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8285AA-66D5-6920-84DD-654B5B17B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105ADA-FE01-2235-599C-A9F5A34B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78700A-8FD0-9A61-B4EB-AD127B97A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4810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8D257D-2C01-8B96-1240-530AB509B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3C4587-3F93-3224-E4E3-71BBA841CD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B56936-3CD9-63CF-6459-DAE3E6679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BFCEBE-14CE-923A-8166-9C528E645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28CBE8-6F8D-2A86-3C2E-C772A2C3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CE5032-5726-EF72-AB78-7B1B2BB6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0793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E141DC-064C-8264-CF74-92AA98E9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9AD63B-C158-31B7-BAB5-047458B9D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C1860A-5892-C741-67D7-938C5C96B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CF8B79-F39C-55DE-5E2F-3EA4DCBA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900DAD-CB20-720C-BCE0-990D970B6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948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445B8B-2E86-AB3F-E2F5-A8F5B92C6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F49070-15AC-CF71-DCEE-DB0ECC9546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E268F8-42FC-97EA-FDF4-F6A829C4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665BC-CCA6-1B6A-C0B0-B5E037212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7E8945-F853-6D91-6CCF-AC3DAC04C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384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1DAA35-0EC2-8640-9DAE-89DEEDF8C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2A2C3F-017B-B042-B449-CF3E9D89B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B7DCDA-98C6-AA68-74A3-3484411AB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418217-8E16-49AE-98DB-91CE6F89811F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8E3C62-4936-EDAD-751D-D23940FA9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EA6A1F-A089-7E02-C7D4-AF7F7B4E7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51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A0592D-680D-3D86-A541-87E164984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Bioinformatics_Agent_Architecture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CDC6C8-6FFC-AA3B-774E-076DFA46BD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55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2BEA59-B55D-0541-2614-A47DFDADA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CC4AF-4979-ECBC-37AF-AC44E934A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28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B55417-BA58-3B0D-5A62-3AC55623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1AF47-7DBD-5802-4C69-0049A3E2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应用配置，读取环境变量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大模型</a:t>
            </a:r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API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PubMed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App</a:t>
            </a:r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信息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600" dirty="0" err="1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port,log_level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数据路径</a:t>
            </a:r>
          </a:p>
        </p:txBody>
      </p:sp>
    </p:spTree>
    <p:extLst>
      <p:ext uri="{BB962C8B-B14F-4D97-AF65-F5344CB8AC3E}">
        <p14:creationId xmlns:p14="http://schemas.microsoft.com/office/powerpoint/2010/main" val="4154554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59375E-54FB-F0AA-2552-1D9A6F3FA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0BB6D4-C3AF-5AFD-6C19-159C42E71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后端使用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uvicorn.run(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"backend.api.server:app",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host=config.APP_HOST,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port=config.APP_PORT,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log_level=config.LOG_LEVEL.lower(),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reload=False,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lvl="1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85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75D2D-2F83-A932-0D24-8FFAE6FF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E2E0E2-7A8D-0C8D-F91F-5A1670421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确保数据目录存在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config.ensure_dirs()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7DA6C48-948E-549A-1A23-805D97604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7" y="2809843"/>
            <a:ext cx="4083260" cy="123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19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9BD4F-EA4B-B54A-9359-1237E8F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5E1054-5E62-6149-BD56-F5E43A1D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A9A967-F103-B910-3EF8-7E244CA6C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初始化数据库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init_db()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初始化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Conversation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Message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ResearchRecord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0511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14FF-48A9-842E-D8BC-1965D117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649979-CB66-66F6-348F-EEE0FAB2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E252A4-4C62-2396-74CD-CA13A2FB8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40376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FBD1-86AB-8613-0064-C050F80E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5EA3CD-F0D9-E4EA-58EF-D87F1379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A631E-2F2D-D748-DEAD-9E9B58BEC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"/api/health"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754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F2A7-D132-85D8-1F6D-733F7E60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5AAC2-D913-FBEA-8CF2-631038C0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85075A-F855-914F-70FE-4B223EC6A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4992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"/api/research"</a:t>
            </a:r>
          </a:p>
          <a:p>
            <a:pPr marL="457200" lvl="1" indent="0">
              <a:buNone/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4EFDA3-01BB-0F86-08CB-FB6EE34AEB2C}"/>
              </a:ext>
            </a:extLst>
          </p:cNvPr>
          <p:cNvSpPr txBox="1"/>
          <p:nvPr/>
        </p:nvSpPr>
        <p:spPr>
          <a:xfrm>
            <a:off x="158691" y="3825379"/>
            <a:ext cx="2047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request: ResearchRequest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2E3AB65D-0FB3-2588-98DA-96CC672655BC}"/>
              </a:ext>
            </a:extLst>
          </p:cNvPr>
          <p:cNvCxnSpPr/>
          <p:nvPr/>
        </p:nvCxnSpPr>
        <p:spPr>
          <a:xfrm>
            <a:off x="2130805" y="3988965"/>
            <a:ext cx="2894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F017413-DEB2-CA58-7FAC-28648533A2CB}"/>
              </a:ext>
            </a:extLst>
          </p:cNvPr>
          <p:cNvSpPr txBox="1"/>
          <p:nvPr/>
        </p:nvSpPr>
        <p:spPr>
          <a:xfrm>
            <a:off x="1510020" y="4266999"/>
            <a:ext cx="3816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974C387-B992-139F-EBFA-1174B77154DD}"/>
              </a:ext>
            </a:extLst>
          </p:cNvPr>
          <p:cNvCxnSpPr/>
          <p:nvPr/>
        </p:nvCxnSpPr>
        <p:spPr>
          <a:xfrm flipV="1">
            <a:off x="2235666" y="3988965"/>
            <a:ext cx="0" cy="431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流程图: 决策 14">
            <a:extLst>
              <a:ext uri="{FF2B5EF4-FFF2-40B4-BE49-F238E27FC236}">
                <a16:creationId xmlns:a16="http://schemas.microsoft.com/office/drawing/2014/main" id="{C7942E4B-344A-8772-16B9-77DD74D6FC4C}"/>
              </a:ext>
            </a:extLst>
          </p:cNvPr>
          <p:cNvSpPr/>
          <p:nvPr/>
        </p:nvSpPr>
        <p:spPr>
          <a:xfrm>
            <a:off x="2449587" y="3835076"/>
            <a:ext cx="864066" cy="307777"/>
          </a:xfrm>
          <a:prstGeom prst="flowChartDecision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1062C66-F2CC-D280-3395-7C4B3B3ED7B4}"/>
              </a:ext>
            </a:extLst>
          </p:cNvPr>
          <p:cNvSpPr txBox="1"/>
          <p:nvPr/>
        </p:nvSpPr>
        <p:spPr>
          <a:xfrm>
            <a:off x="2457978" y="3527299"/>
            <a:ext cx="1015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E881866B-8372-4BE2-BBBF-087632A0F82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3313653" y="3988965"/>
            <a:ext cx="1275125" cy="1166070"/>
          </a:xfrm>
          <a:prstGeom prst="bentConnector3">
            <a:avLst>
              <a:gd name="adj1" fmla="val 1611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F9859621-6921-F9B8-DE48-4BB4082754CF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3313653" y="2952924"/>
            <a:ext cx="1333848" cy="1036041"/>
          </a:xfrm>
          <a:prstGeom prst="bentConnector3">
            <a:avLst>
              <a:gd name="adj1" fmla="val 157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A2293A6-27AA-CE88-43EA-6C8CF0FDD735}"/>
              </a:ext>
            </a:extLst>
          </p:cNvPr>
          <p:cNvSpPr txBox="1"/>
          <p:nvPr/>
        </p:nvSpPr>
        <p:spPr>
          <a:xfrm>
            <a:off x="3896686" y="2669006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4A7E50C-7E39-8C57-A140-57491C3CD32C}"/>
              </a:ext>
            </a:extLst>
          </p:cNvPr>
          <p:cNvSpPr txBox="1"/>
          <p:nvPr/>
        </p:nvSpPr>
        <p:spPr>
          <a:xfrm>
            <a:off x="3896686" y="4847258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AACF695-62D1-9146-9A6B-DB8E0AE09A83}"/>
              </a:ext>
            </a:extLst>
          </p:cNvPr>
          <p:cNvSpPr txBox="1"/>
          <p:nvPr/>
        </p:nvSpPr>
        <p:spPr>
          <a:xfrm>
            <a:off x="4588778" y="4970369"/>
            <a:ext cx="44961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Conversation(title=request.query[:</a:t>
            </a:r>
            <a:r>
              <a:rPr lang="zh-CN" altLang="zh-CN" sz="1400" dirty="0">
                <a:solidFill>
                  <a:srgbClr val="175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DAC07FE-B673-C127-C7FB-A2A57E517617}"/>
              </a:ext>
            </a:extLst>
          </p:cNvPr>
          <p:cNvSpPr txBox="1"/>
          <p:nvPr/>
        </p:nvSpPr>
        <p:spPr>
          <a:xfrm>
            <a:off x="4588778" y="2768258"/>
            <a:ext cx="6096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db.query(Conversation).filter_by(id=conv_id).first()</a:t>
            </a:r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548C03A-122F-65AE-E6D2-B85CB9E11212}"/>
              </a:ext>
            </a:extLst>
          </p:cNvPr>
          <p:cNvCxnSpPr>
            <a:cxnSpLocks/>
          </p:cNvCxnSpPr>
          <p:nvPr/>
        </p:nvCxnSpPr>
        <p:spPr>
          <a:xfrm flipH="1">
            <a:off x="1891717" y="4420888"/>
            <a:ext cx="3439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AB3CD96-83DE-0C7A-F014-6A795AAA35A3}"/>
              </a:ext>
            </a:extLst>
          </p:cNvPr>
          <p:cNvCxnSpPr/>
          <p:nvPr/>
        </p:nvCxnSpPr>
        <p:spPr>
          <a:xfrm>
            <a:off x="8514826" y="4133156"/>
            <a:ext cx="734036" cy="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248DB02-1D15-E8FF-B204-C7B2E804EEFB}"/>
              </a:ext>
            </a:extLst>
          </p:cNvPr>
          <p:cNvCxnSpPr/>
          <p:nvPr/>
        </p:nvCxnSpPr>
        <p:spPr>
          <a:xfrm flipV="1">
            <a:off x="8514826" y="3076035"/>
            <a:ext cx="0" cy="10571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13DC273-9B1D-C045-D08E-AA475BA15BBD}"/>
              </a:ext>
            </a:extLst>
          </p:cNvPr>
          <p:cNvCxnSpPr/>
          <p:nvPr/>
        </p:nvCxnSpPr>
        <p:spPr>
          <a:xfrm>
            <a:off x="8514826" y="4133156"/>
            <a:ext cx="0" cy="1062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4EA3A7E8-5DC8-5F95-1356-B48C8CCDBBD7}"/>
              </a:ext>
            </a:extLst>
          </p:cNvPr>
          <p:cNvSpPr txBox="1"/>
          <p:nvPr/>
        </p:nvSpPr>
        <p:spPr>
          <a:xfrm>
            <a:off x="9218452" y="3953338"/>
            <a:ext cx="27190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en-US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ResearchRecord</a:t>
            </a: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6AC246D3-AAF7-2EC0-F006-9AD79101DC4A}"/>
              </a:ext>
            </a:extLst>
          </p:cNvPr>
          <p:cNvCxnSpPr/>
          <p:nvPr/>
        </p:nvCxnSpPr>
        <p:spPr>
          <a:xfrm>
            <a:off x="11937533" y="1430323"/>
            <a:ext cx="29362" cy="5222147"/>
          </a:xfrm>
          <a:prstGeom prst="line">
            <a:avLst/>
          </a:prstGeom>
          <a:ln>
            <a:solidFill>
              <a:schemeClr val="accent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FC0E561-C9A8-A777-8D22-FA831C02D5EA}"/>
              </a:ext>
            </a:extLst>
          </p:cNvPr>
          <p:cNvSpPr txBox="1"/>
          <p:nvPr/>
        </p:nvSpPr>
        <p:spPr>
          <a:xfrm>
            <a:off x="4437775" y="5736330"/>
            <a:ext cx="25460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落库记录请求</a:t>
            </a:r>
          </a:p>
        </p:txBody>
      </p:sp>
    </p:spTree>
    <p:extLst>
      <p:ext uri="{BB962C8B-B14F-4D97-AF65-F5344CB8AC3E}">
        <p14:creationId xmlns:p14="http://schemas.microsoft.com/office/powerpoint/2010/main" val="1055576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30D8A-F40A-9238-C4B5-F3B0EC85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D37A57-6D1C-E215-3347-CFCB062F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43E09C-5503-B600-8537-2B2C72F23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event_stream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()</a:t>
            </a:r>
            <a:endParaRPr lang="zh-CN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D263750-67CB-FEDD-5552-BC62AC020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73312"/>
            <a:ext cx="3892750" cy="10160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D7FC8E4-D0E5-AE75-52B3-B08F75FF6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17623"/>
            <a:ext cx="5372376" cy="71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735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CB686-6F39-1387-CF62-F5196FA0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4A497A-2890-7B15-B23B-49F33ACD2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BD08C5-9BA2-1B50-27C8-2EE0F93CD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endParaRPr lang="zh-CN" altLang="en-US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878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1EF4B5A0-0E5A-6276-7ECD-522302DFE36C}"/>
              </a:ext>
            </a:extLst>
          </p:cNvPr>
          <p:cNvSpPr/>
          <p:nvPr/>
        </p:nvSpPr>
        <p:spPr>
          <a:xfrm>
            <a:off x="1591357" y="166713"/>
            <a:ext cx="127308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execute_research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708A6F2-CFC8-6F83-5152-55DECE4EA9F7}"/>
              </a:ext>
            </a:extLst>
          </p:cNvPr>
          <p:cNvCxnSpPr>
            <a:cxnSpLocks/>
          </p:cNvCxnSpPr>
          <p:nvPr/>
        </p:nvCxnSpPr>
        <p:spPr>
          <a:xfrm>
            <a:off x="2227900" y="424362"/>
            <a:ext cx="0" cy="5254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E73FC4D-BA49-7337-74FF-3E8BAFAAB0D0}"/>
              </a:ext>
            </a:extLst>
          </p:cNvPr>
          <p:cNvSpPr/>
          <p:nvPr/>
        </p:nvSpPr>
        <p:spPr>
          <a:xfrm>
            <a:off x="1591357" y="949764"/>
            <a:ext cx="1273085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_graph_run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run_research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6787EA8-AFD5-F02D-9A73-8281DDD53EC6}"/>
              </a:ext>
            </a:extLst>
          </p:cNvPr>
          <p:cNvCxnSpPr>
            <a:stCxn id="11" idx="2"/>
          </p:cNvCxnSpPr>
          <p:nvPr/>
        </p:nvCxnSpPr>
        <p:spPr>
          <a:xfrm>
            <a:off x="2227900" y="1207413"/>
            <a:ext cx="0" cy="242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FCB6BA8-6407-639A-FFF6-EF3C06789D14}"/>
              </a:ext>
            </a:extLst>
          </p:cNvPr>
          <p:cNvCxnSpPr>
            <a:cxnSpLocks/>
          </p:cNvCxnSpPr>
          <p:nvPr/>
        </p:nvCxnSpPr>
        <p:spPr>
          <a:xfrm>
            <a:off x="702219" y="1449905"/>
            <a:ext cx="318271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422D711-1B0F-F82E-AC05-7F02DC1ACC12}"/>
              </a:ext>
            </a:extLst>
          </p:cNvPr>
          <p:cNvCxnSpPr/>
          <p:nvPr/>
        </p:nvCxnSpPr>
        <p:spPr>
          <a:xfrm>
            <a:off x="712323" y="1439801"/>
            <a:ext cx="0" cy="191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04B8FFB-7B41-F212-6E87-C5A8B7018C2D}"/>
              </a:ext>
            </a:extLst>
          </p:cNvPr>
          <p:cNvSpPr/>
          <p:nvPr/>
        </p:nvSpPr>
        <p:spPr>
          <a:xfrm>
            <a:off x="75779" y="1641878"/>
            <a:ext cx="127308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(str)</a:t>
            </a:r>
            <a:endParaRPr lang="zh-CN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B19E3993-E39E-0334-53D6-F937DDF88701}"/>
              </a:ext>
            </a:extLst>
          </p:cNvPr>
          <p:cNvSpPr/>
          <p:nvPr/>
        </p:nvSpPr>
        <p:spPr>
          <a:xfrm>
            <a:off x="1591355" y="1641878"/>
            <a:ext cx="127308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120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zh-CN" altLang="zh-CN" sz="1200">
                <a:latin typeface="Times New Roman" panose="02020603050405020304" pitchFamily="18" charset="0"/>
                <a:cs typeface="Times New Roman" panose="02020603050405020304" pitchFamily="18" charset="0"/>
              </a:rPr>
              <a:t>initial</a:t>
            </a:r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_state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834767E-E8C5-2A53-8230-40E6949B27D9}"/>
              </a:ext>
            </a:extLst>
          </p:cNvPr>
          <p:cNvCxnSpPr>
            <a:cxnSpLocks/>
          </p:cNvCxnSpPr>
          <p:nvPr/>
        </p:nvCxnSpPr>
        <p:spPr>
          <a:xfrm>
            <a:off x="2227899" y="1449905"/>
            <a:ext cx="0" cy="191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432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6EA63-E602-EF7A-0164-385D46A5E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968D58-4269-DB19-3B47-F1F73E4D9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BD0207-87D7-B5BF-0CF5-ADD5C81A2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event_stream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()</a:t>
            </a:r>
            <a:endParaRPr lang="zh-CN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598E31A-14A2-8C67-4E3C-55E2049EC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73312"/>
            <a:ext cx="3892750" cy="10160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36C9C9-720C-A1EF-AB88-E387F397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17623"/>
            <a:ext cx="5372376" cy="71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931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A1CF-9C26-9BF9-2214-F714252B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C6EAD-D3A6-11CB-BEA5-87AD7E98F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5A9D7E-2A19-980B-8CFB-B38D3C7C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"/api/research/resume"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50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EFA7-F048-D0EA-C6C8-7AC4EDEE3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38CFC-51B7-3ED3-079A-2F64C6564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B71D0E-CC76-194B-CC5D-3953DB9D5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"/api/research/state/{thread_id}"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查询指定线程当前状态</a:t>
            </a:r>
          </a:p>
        </p:txBody>
      </p:sp>
    </p:spTree>
    <p:extLst>
      <p:ext uri="{BB962C8B-B14F-4D97-AF65-F5344CB8AC3E}">
        <p14:creationId xmlns:p14="http://schemas.microsoft.com/office/powerpoint/2010/main" val="1733340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A39F-03A0-10DC-C268-76B5585CE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A78901-84E2-552A-9169-B1315839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EAD31-1B91-D6C9-F6D7-668936DF4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"/api/research/simple"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非流式节点，返回完整结果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用于测试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1033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290E-3ED7-2E8A-F748-3B3B8FED6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769EC-3404-7D69-58E4-C74098AE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445CBA-7E16-97C1-9674-CA06B6C25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返回所有对话列表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933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7B7E-DF24-1B63-6DB4-30AD6E8CE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9F2A7-3CA0-8967-FBCE-D88E8652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C943D9-4334-3629-CFC5-F3F12C4E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(post)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创建新对话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176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2C9D2-83C3-E974-0DFB-EA72911B1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DA454-C10C-30F1-401B-2C074209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BFECDC-1ADD-F663-61E5-8D2D7473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获取单个对话详情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87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C4B85-D55B-6E9D-431B-2AF5422F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71DA56-CF90-19F9-CFFD-C3A5B506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6AE129-E713-5C11-E02B-52FBC78E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(delete)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删除整个对话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删除对话及其关联的表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7934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0467A-86C7-C20C-CC90-7DFF55F6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E58956-3D1C-36C8-AE68-D4B625528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A0AE0D-BC25-7073-23E1-702B42F63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"/api/conversations/{conv_id}“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更新某个对话的标题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167009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A29C9-C610-8E1A-D0F0-BEC0D2FA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429DED-6AAD-CADC-0407-D128C32B0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925045-9F15-8027-D3FE-F27C8E80E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"/api/conversations/{conv_id}/messages“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获取某个对话的所有信息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85434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85615-8FAA-9544-7011-4E103E267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1E07A9-6100-C79B-E208-1BC486126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BA4DF5-E6C3-6493-E3CD-C62449995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12401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</TotalTime>
  <Words>531</Words>
  <Application>Microsoft Office PowerPoint</Application>
  <PresentationFormat>宽屏</PresentationFormat>
  <Paragraphs>94</Paragraphs>
  <Slides>23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等线</vt:lpstr>
      <vt:lpstr>等线 Light</vt:lpstr>
      <vt:lpstr>黑体</vt:lpstr>
      <vt:lpstr>Arial</vt:lpstr>
      <vt:lpstr>Times New Roman</vt:lpstr>
      <vt:lpstr>Office 主题​​</vt:lpstr>
      <vt:lpstr>Bioinformatics_Agent_Architecture</vt:lpstr>
      <vt:lpstr>PowerPoint 演示文稿</vt:lpstr>
      <vt:lpstr>config.py</vt:lpstr>
      <vt:lpstr>main.py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PowerPoint 演示文稿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74</cp:revision>
  <dcterms:created xsi:type="dcterms:W3CDTF">2026-07-06T08:12:36Z</dcterms:created>
  <dcterms:modified xsi:type="dcterms:W3CDTF">2026-07-10T08:27:36Z</dcterms:modified>
</cp:coreProperties>
</file>