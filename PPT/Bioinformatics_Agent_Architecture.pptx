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notesMasters/notesMaster1.xml" ContentType="application/vnd.openxmlformats-officedocument.presentationml.notes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21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78" r:id="rId11"/>
    <p:sldId id="265" r:id="rId12"/>
    <p:sldId id="266" r:id="rId13"/>
    <p:sldId id="267" r:id="rId14"/>
    <p:sldId id="268" r:id="rId15"/>
    <p:sldId id="271" r:id="rId16"/>
    <p:sldId id="269" r:id="rId17"/>
    <p:sldId id="274" r:id="rId18"/>
    <p:sldId id="272" r:id="rId19"/>
    <p:sldId id="275" r:id="rId20"/>
  </p:sldIdLst>
  <p:sldSz cx="12192000" cy="6858000"/>
  <p:notesSz cx="6858000" cy="9144000"/>
  <p:custDataLst>
    <p:tags r:id="rId22"/>
  </p:custDataLst>
  <p:defaultTextStyle>
    <a:defPPr>
      <a:defRPr lang="zh-CN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78327" autoAdjust="0"/>
  </p:normalViewPr>
  <p:slideViewPr>
    <p:cSldViewPr snapToGrid="0">
      <p:cViewPr varScale="1">
        <p:scale>
          <a:sx n="126" d="100"/>
          <a:sy n="126" d="100"/>
        </p:scale>
        <p:origin x="1404" y="7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tableStyles" Target="tableStyles.xml"/><Relationship Id="rId3" Type="http://schemas.openxmlformats.org/officeDocument/2006/relationships/slide" Target="slides/slide2.xml"/><Relationship Id="rId21" Type="http://schemas.openxmlformats.org/officeDocument/2006/relationships/notesMaster" Target="notesMasters/notesMaster1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theme" Target="theme/theme1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viewProps" Target="viewProp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presProps" Target="presProp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tags" Target="tags/tag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页眉占位符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zh-CN" altLang="en-US"/>
          </a:p>
        </p:txBody>
      </p:sp>
      <p:sp>
        <p:nvSpPr>
          <p:cNvPr id="3" name="日期占位符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C3A3113A-A8F2-41E1-BE9A-B655091E6EC1}" type="datetimeFigureOut">
              <a:rPr lang="zh-CN" altLang="en-US" smtClean="0"/>
              <a:t>2026/7/15</a:t>
            </a:fld>
            <a:endParaRPr lang="zh-CN" altLang="en-US"/>
          </a:p>
        </p:txBody>
      </p:sp>
      <p:sp>
        <p:nvSpPr>
          <p:cNvPr id="4" name="幻灯片图像占位符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zh-CN" altLang="en-US"/>
          </a:p>
        </p:txBody>
      </p:sp>
      <p:sp>
        <p:nvSpPr>
          <p:cNvPr id="5" name="备注占位符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6" name="页脚占位符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zh-CN" altLang="en-US"/>
          </a:p>
        </p:txBody>
      </p:sp>
      <p:sp>
        <p:nvSpPr>
          <p:cNvPr id="7" name="灯片编号占位符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03498E8F-0E88-4000-8EEC-96D622E5BCA8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400514796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altLang="zh-CN" dirty="0"/>
              <a:t>P:planner   S:search  R:review_search   A:parse  C:compare  T:report  E:review_results</a:t>
            </a:r>
            <a:endParaRPr lang="zh-CN" altLang="en-US" dirty="0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03498E8F-0E88-4000-8EEC-96D622E5BCA8}" type="slidenum">
              <a:rPr lang="zh-CN" altLang="en-US" smtClean="0"/>
              <a:t>10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516324077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altLang="zh-CN" dirty="0" err="1"/>
              <a:t>ToDo</a:t>
            </a:r>
            <a:endParaRPr lang="zh-CN" altLang="en-US" dirty="0"/>
          </a:p>
          <a:p>
            <a:endParaRPr lang="zh-CN" altLang="en-US" dirty="0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03498E8F-0E88-4000-8EEC-96D622E5BCA8}" type="slidenum">
              <a:rPr lang="zh-CN" altLang="en-US" smtClean="0"/>
              <a:t>11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114663592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CN" altLang="en-US" dirty="0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03498E8F-0E88-4000-8EEC-96D622E5BCA8}" type="slidenum">
              <a:rPr lang="zh-CN" altLang="en-US" smtClean="0"/>
              <a:t>18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161655232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标题幻灯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DD702EC2-9ED2-44E7-B8B2-FA3AEED63E36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副标题 2">
            <a:extLst>
              <a:ext uri="{FF2B5EF4-FFF2-40B4-BE49-F238E27FC236}">
                <a16:creationId xmlns:a16="http://schemas.microsoft.com/office/drawing/2014/main" id="{41410896-6A8D-7B8C-4169-6004B2F959F5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zh-CN" altLang="en-US"/>
              <a:t>单击此处编辑母版副标题样式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460E1D6D-0135-36EE-55E3-D4E4B31A9A0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1418217-8E16-49AE-98DB-91CE6F89811F}" type="datetimeFigureOut">
              <a:rPr lang="zh-CN" altLang="en-US" smtClean="0"/>
              <a:t>2026/7/15</a:t>
            </a:fld>
            <a:endParaRPr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C0463B21-4C36-2663-4320-D632F71DC89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183E0F3D-2541-25EA-5469-C6EC54ADE7D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1B09AAA-1843-44C7-8C31-D7AC280EB2CF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3796498285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标题和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29BFCB2D-793F-11D7-D772-5DC983F3047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内容占位符 2">
            <a:extLst>
              <a:ext uri="{FF2B5EF4-FFF2-40B4-BE49-F238E27FC236}">
                <a16:creationId xmlns:a16="http://schemas.microsoft.com/office/drawing/2014/main" id="{0E8743AA-92CF-63C1-D7FD-BA294F438D5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0F24BE13-D695-56E0-4628-D23DC7BF32C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1418217-8E16-49AE-98DB-91CE6F89811F}" type="datetimeFigureOut">
              <a:rPr lang="zh-CN" altLang="en-US" smtClean="0"/>
              <a:t>2026/7/15</a:t>
            </a:fld>
            <a:endParaRPr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09B158B9-8E02-FF8B-E30E-674813F0D0E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1A237677-F581-F57F-22B3-19FBC9B4329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1B09AAA-1843-44C7-8C31-D7AC280EB2CF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2663333297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节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54AFCF8F-3C28-EC6A-40EB-759AE0003A9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文本占位符 2">
            <a:extLst>
              <a:ext uri="{FF2B5EF4-FFF2-40B4-BE49-F238E27FC236}">
                <a16:creationId xmlns:a16="http://schemas.microsoft.com/office/drawing/2014/main" id="{2E16314E-F9BC-CE97-444C-FCF5A09CD967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EAB06B6A-11BB-303A-6B0C-D81E1F4AC1B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1418217-8E16-49AE-98DB-91CE6F89811F}" type="datetimeFigureOut">
              <a:rPr lang="zh-CN" altLang="en-US" smtClean="0"/>
              <a:t>2026/7/15</a:t>
            </a:fld>
            <a:endParaRPr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913AE548-7987-978A-5BCB-EB37C9AEFC0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7CB68274-2EDF-E056-F9C6-0C0C9A26804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1B09AAA-1843-44C7-8C31-D7AC280EB2CF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76934346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两栏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6C11040A-9933-2324-45D4-1E5A6972BFA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内容占位符 2">
            <a:extLst>
              <a:ext uri="{FF2B5EF4-FFF2-40B4-BE49-F238E27FC236}">
                <a16:creationId xmlns:a16="http://schemas.microsoft.com/office/drawing/2014/main" id="{824727AB-DFF8-2D19-06A9-EA3C63E13F0A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4" name="内容占位符 3">
            <a:extLst>
              <a:ext uri="{FF2B5EF4-FFF2-40B4-BE49-F238E27FC236}">
                <a16:creationId xmlns:a16="http://schemas.microsoft.com/office/drawing/2014/main" id="{8E735C9F-F034-081C-5E69-9EB16EB3856C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5" name="日期占位符 4">
            <a:extLst>
              <a:ext uri="{FF2B5EF4-FFF2-40B4-BE49-F238E27FC236}">
                <a16:creationId xmlns:a16="http://schemas.microsoft.com/office/drawing/2014/main" id="{AC691809-D47E-06BF-127C-C75B27D5701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1418217-8E16-49AE-98DB-91CE6F89811F}" type="datetimeFigureOut">
              <a:rPr lang="zh-CN" altLang="en-US" smtClean="0"/>
              <a:t>2026/7/15</a:t>
            </a:fld>
            <a:endParaRPr lang="zh-CN" altLang="en-US"/>
          </a:p>
        </p:txBody>
      </p:sp>
      <p:sp>
        <p:nvSpPr>
          <p:cNvPr id="6" name="页脚占位符 5">
            <a:extLst>
              <a:ext uri="{FF2B5EF4-FFF2-40B4-BE49-F238E27FC236}">
                <a16:creationId xmlns:a16="http://schemas.microsoft.com/office/drawing/2014/main" id="{1F5B4E26-1E8A-40FB-9715-BBA56EEE4C3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7" name="灯片编号占位符 6">
            <a:extLst>
              <a:ext uri="{FF2B5EF4-FFF2-40B4-BE49-F238E27FC236}">
                <a16:creationId xmlns:a16="http://schemas.microsoft.com/office/drawing/2014/main" id="{6667B68B-0967-E4EC-132A-0CB0F12AC1F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1B09AAA-1843-44C7-8C31-D7AC280EB2CF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089933806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比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00057453-F329-DF4F-F113-3F15D745AF5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文本占位符 2">
            <a:extLst>
              <a:ext uri="{FF2B5EF4-FFF2-40B4-BE49-F238E27FC236}">
                <a16:creationId xmlns:a16="http://schemas.microsoft.com/office/drawing/2014/main" id="{0ACCD3F1-AA0C-D7AE-BDD4-75C8009E5DA8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4" name="内容占位符 3">
            <a:extLst>
              <a:ext uri="{FF2B5EF4-FFF2-40B4-BE49-F238E27FC236}">
                <a16:creationId xmlns:a16="http://schemas.microsoft.com/office/drawing/2014/main" id="{6D7E8985-0663-A65B-2EF1-2D7F2962C76E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5" name="文本占位符 4">
            <a:extLst>
              <a:ext uri="{FF2B5EF4-FFF2-40B4-BE49-F238E27FC236}">
                <a16:creationId xmlns:a16="http://schemas.microsoft.com/office/drawing/2014/main" id="{6C334C22-A16E-FBC3-EB9A-3A879E21F2E8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6" name="内容占位符 5">
            <a:extLst>
              <a:ext uri="{FF2B5EF4-FFF2-40B4-BE49-F238E27FC236}">
                <a16:creationId xmlns:a16="http://schemas.microsoft.com/office/drawing/2014/main" id="{D0C15E8D-088F-91F3-D8A4-913258DCE2BB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7" name="日期占位符 6">
            <a:extLst>
              <a:ext uri="{FF2B5EF4-FFF2-40B4-BE49-F238E27FC236}">
                <a16:creationId xmlns:a16="http://schemas.microsoft.com/office/drawing/2014/main" id="{046FABDC-2D74-BC02-8849-50CD5706969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1418217-8E16-49AE-98DB-91CE6F89811F}" type="datetimeFigureOut">
              <a:rPr lang="zh-CN" altLang="en-US" smtClean="0"/>
              <a:t>2026/7/15</a:t>
            </a:fld>
            <a:endParaRPr lang="zh-CN" altLang="en-US"/>
          </a:p>
        </p:txBody>
      </p:sp>
      <p:sp>
        <p:nvSpPr>
          <p:cNvPr id="8" name="页脚占位符 7">
            <a:extLst>
              <a:ext uri="{FF2B5EF4-FFF2-40B4-BE49-F238E27FC236}">
                <a16:creationId xmlns:a16="http://schemas.microsoft.com/office/drawing/2014/main" id="{213A18EF-5D73-F7E4-B6AF-FFAB62B2127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9" name="灯片编号占位符 8">
            <a:extLst>
              <a:ext uri="{FF2B5EF4-FFF2-40B4-BE49-F238E27FC236}">
                <a16:creationId xmlns:a16="http://schemas.microsoft.com/office/drawing/2014/main" id="{3608FC48-5819-498B-A06D-53178183BE1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1B09AAA-1843-44C7-8C31-D7AC280EB2CF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2132701945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仅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59A00C42-F821-F57C-AF6C-2859A013D8A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日期占位符 2">
            <a:extLst>
              <a:ext uri="{FF2B5EF4-FFF2-40B4-BE49-F238E27FC236}">
                <a16:creationId xmlns:a16="http://schemas.microsoft.com/office/drawing/2014/main" id="{024F08F1-49E4-65DC-AB04-EC92BBA0346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1418217-8E16-49AE-98DB-91CE6F89811F}" type="datetimeFigureOut">
              <a:rPr lang="zh-CN" altLang="en-US" smtClean="0"/>
              <a:t>2026/7/15</a:t>
            </a:fld>
            <a:endParaRPr lang="zh-CN" altLang="en-US"/>
          </a:p>
        </p:txBody>
      </p:sp>
      <p:sp>
        <p:nvSpPr>
          <p:cNvPr id="4" name="页脚占位符 3">
            <a:extLst>
              <a:ext uri="{FF2B5EF4-FFF2-40B4-BE49-F238E27FC236}">
                <a16:creationId xmlns:a16="http://schemas.microsoft.com/office/drawing/2014/main" id="{3D143B02-A4EC-0C54-61D0-5F3A309C8AE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5" name="灯片编号占位符 4">
            <a:extLst>
              <a:ext uri="{FF2B5EF4-FFF2-40B4-BE49-F238E27FC236}">
                <a16:creationId xmlns:a16="http://schemas.microsoft.com/office/drawing/2014/main" id="{342E3A0C-D998-DC51-39AF-2B6B39309CB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1B09AAA-1843-44C7-8C31-D7AC280EB2CF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660140189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空白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日期占位符 1">
            <a:extLst>
              <a:ext uri="{FF2B5EF4-FFF2-40B4-BE49-F238E27FC236}">
                <a16:creationId xmlns:a16="http://schemas.microsoft.com/office/drawing/2014/main" id="{62C7DF5F-B28E-B57E-0A47-EE34D602D3F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1418217-8E16-49AE-98DB-91CE6F89811F}" type="datetimeFigureOut">
              <a:rPr lang="zh-CN" altLang="en-US" smtClean="0"/>
              <a:t>2026/7/15</a:t>
            </a:fld>
            <a:endParaRPr lang="zh-CN" altLang="en-US"/>
          </a:p>
        </p:txBody>
      </p:sp>
      <p:sp>
        <p:nvSpPr>
          <p:cNvPr id="3" name="页脚占位符 2">
            <a:extLst>
              <a:ext uri="{FF2B5EF4-FFF2-40B4-BE49-F238E27FC236}">
                <a16:creationId xmlns:a16="http://schemas.microsoft.com/office/drawing/2014/main" id="{2D44EF15-C6B9-4CD2-5209-201690E96C3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4" name="灯片编号占位符 3">
            <a:extLst>
              <a:ext uri="{FF2B5EF4-FFF2-40B4-BE49-F238E27FC236}">
                <a16:creationId xmlns:a16="http://schemas.microsoft.com/office/drawing/2014/main" id="{6A450BDF-9D35-F3EB-C1F2-CDBDB014D42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1B09AAA-1843-44C7-8C31-D7AC280EB2CF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3804765931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内容与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57DB66DA-3906-6051-DC53-DA3A37541D0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内容占位符 2">
            <a:extLst>
              <a:ext uri="{FF2B5EF4-FFF2-40B4-BE49-F238E27FC236}">
                <a16:creationId xmlns:a16="http://schemas.microsoft.com/office/drawing/2014/main" id="{94F4B2DC-0224-E688-2473-966BAF30E13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4" name="文本占位符 3">
            <a:extLst>
              <a:ext uri="{FF2B5EF4-FFF2-40B4-BE49-F238E27FC236}">
                <a16:creationId xmlns:a16="http://schemas.microsoft.com/office/drawing/2014/main" id="{1AA0B183-5C33-1C3E-7164-5D8606DE4BDB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5" name="日期占位符 4">
            <a:extLst>
              <a:ext uri="{FF2B5EF4-FFF2-40B4-BE49-F238E27FC236}">
                <a16:creationId xmlns:a16="http://schemas.microsoft.com/office/drawing/2014/main" id="{5D8285AA-66D5-6920-84DD-654B5B17B90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1418217-8E16-49AE-98DB-91CE6F89811F}" type="datetimeFigureOut">
              <a:rPr lang="zh-CN" altLang="en-US" smtClean="0"/>
              <a:t>2026/7/15</a:t>
            </a:fld>
            <a:endParaRPr lang="zh-CN" altLang="en-US"/>
          </a:p>
        </p:txBody>
      </p:sp>
      <p:sp>
        <p:nvSpPr>
          <p:cNvPr id="6" name="页脚占位符 5">
            <a:extLst>
              <a:ext uri="{FF2B5EF4-FFF2-40B4-BE49-F238E27FC236}">
                <a16:creationId xmlns:a16="http://schemas.microsoft.com/office/drawing/2014/main" id="{DF105ADA-FE01-2235-599C-A9F5A34B520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7" name="灯片编号占位符 6">
            <a:extLst>
              <a:ext uri="{FF2B5EF4-FFF2-40B4-BE49-F238E27FC236}">
                <a16:creationId xmlns:a16="http://schemas.microsoft.com/office/drawing/2014/main" id="{B978700A-8FD0-9A61-B4EB-AD127B97A50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1B09AAA-1843-44C7-8C31-D7AC280EB2CF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88481093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图片与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5F8D257D-2C01-8B96-1240-530AB509B30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图片占位符 2">
            <a:extLst>
              <a:ext uri="{FF2B5EF4-FFF2-40B4-BE49-F238E27FC236}">
                <a16:creationId xmlns:a16="http://schemas.microsoft.com/office/drawing/2014/main" id="{BB3C4587-3F93-3224-E4E3-71BBA841CD62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zh-CN" altLang="en-US"/>
          </a:p>
        </p:txBody>
      </p:sp>
      <p:sp>
        <p:nvSpPr>
          <p:cNvPr id="4" name="文本占位符 3">
            <a:extLst>
              <a:ext uri="{FF2B5EF4-FFF2-40B4-BE49-F238E27FC236}">
                <a16:creationId xmlns:a16="http://schemas.microsoft.com/office/drawing/2014/main" id="{C4B56936-3CD9-63CF-6459-DAE3E6679177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5" name="日期占位符 4">
            <a:extLst>
              <a:ext uri="{FF2B5EF4-FFF2-40B4-BE49-F238E27FC236}">
                <a16:creationId xmlns:a16="http://schemas.microsoft.com/office/drawing/2014/main" id="{03BFCEBE-14CE-923A-8166-9C528E6450B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1418217-8E16-49AE-98DB-91CE6F89811F}" type="datetimeFigureOut">
              <a:rPr lang="zh-CN" altLang="en-US" smtClean="0"/>
              <a:t>2026/7/15</a:t>
            </a:fld>
            <a:endParaRPr lang="zh-CN" altLang="en-US"/>
          </a:p>
        </p:txBody>
      </p:sp>
      <p:sp>
        <p:nvSpPr>
          <p:cNvPr id="6" name="页脚占位符 5">
            <a:extLst>
              <a:ext uri="{FF2B5EF4-FFF2-40B4-BE49-F238E27FC236}">
                <a16:creationId xmlns:a16="http://schemas.microsoft.com/office/drawing/2014/main" id="{1D28CBE8-6F8D-2A86-3C2E-C772A2C3DA9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7" name="灯片编号占位符 6">
            <a:extLst>
              <a:ext uri="{FF2B5EF4-FFF2-40B4-BE49-F238E27FC236}">
                <a16:creationId xmlns:a16="http://schemas.microsoft.com/office/drawing/2014/main" id="{7BCE5032-5726-EF72-AB78-7B1B2BB6607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1B09AAA-1843-44C7-8C31-D7AC280EB2CF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2660793953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标题和竖排文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6EE141DC-064C-8264-CF74-92AA98E9042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竖排文字占位符 2">
            <a:extLst>
              <a:ext uri="{FF2B5EF4-FFF2-40B4-BE49-F238E27FC236}">
                <a16:creationId xmlns:a16="http://schemas.microsoft.com/office/drawing/2014/main" id="{5C9AD63B-C158-31B7-BAB5-047458B9DBE3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FBC1860A-5892-C741-67D7-938C5C96BAF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1418217-8E16-49AE-98DB-91CE6F89811F}" type="datetimeFigureOut">
              <a:rPr lang="zh-CN" altLang="en-US" smtClean="0"/>
              <a:t>2026/7/15</a:t>
            </a:fld>
            <a:endParaRPr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FACF8B79-F39C-55DE-5E2F-3EA4DCBAB50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2C900DAD-CB20-720C-BCE0-990D970B6A4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1B09AAA-1843-44C7-8C31-D7AC280EB2CF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959489453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竖排标题与文本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竖排标题 1">
            <a:extLst>
              <a:ext uri="{FF2B5EF4-FFF2-40B4-BE49-F238E27FC236}">
                <a16:creationId xmlns:a16="http://schemas.microsoft.com/office/drawing/2014/main" id="{6F445B8B-2E86-AB3F-E2F5-A8F5B92C66A3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竖排文字占位符 2">
            <a:extLst>
              <a:ext uri="{FF2B5EF4-FFF2-40B4-BE49-F238E27FC236}">
                <a16:creationId xmlns:a16="http://schemas.microsoft.com/office/drawing/2014/main" id="{E3F49070-15AC-CF71-DCEE-DB0ECC954683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20E268F8-42FC-97EA-FDF4-F6A829C46DF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1418217-8E16-49AE-98DB-91CE6F89811F}" type="datetimeFigureOut">
              <a:rPr lang="zh-CN" altLang="en-US" smtClean="0"/>
              <a:t>2026/7/15</a:t>
            </a:fld>
            <a:endParaRPr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399665BC-CCA6-1B6A-C0B0-B5E03721239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DB7E8945-F853-6D91-6CCF-AC3DAC04C63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1B09AAA-1843-44C7-8C31-D7AC280EB2CF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453842184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占位符 1">
            <a:extLst>
              <a:ext uri="{FF2B5EF4-FFF2-40B4-BE49-F238E27FC236}">
                <a16:creationId xmlns:a16="http://schemas.microsoft.com/office/drawing/2014/main" id="{7C1DAA35-0EC2-8640-9DAE-89DEEDF8C21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文本占位符 2">
            <a:extLst>
              <a:ext uri="{FF2B5EF4-FFF2-40B4-BE49-F238E27FC236}">
                <a16:creationId xmlns:a16="http://schemas.microsoft.com/office/drawing/2014/main" id="{A52A2C3F-017B-B042-B449-CF3E9D89B99A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B0B7DCDA-98C6-AA68-74A3-3484411AB3C1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91418217-8E16-49AE-98DB-91CE6F89811F}" type="datetimeFigureOut">
              <a:rPr lang="zh-CN" altLang="en-US" smtClean="0"/>
              <a:t>2026/7/15</a:t>
            </a:fld>
            <a:endParaRPr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EA8E3C62-4936-EDAD-751D-D23940FA9230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32EA6A1F-A089-7E02-C7D4-AF7F7B4E7A8D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91B09AAA-1843-44C7-8C31-D7AC280EB2CF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848517666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zh-CN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svg"/><Relationship Id="rId2" Type="http://schemas.openxmlformats.org/officeDocument/2006/relationships/image" Target="../media/image1.sv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4.svg"/><Relationship Id="rId4" Type="http://schemas.openxmlformats.org/officeDocument/2006/relationships/image" Target="../media/image3.svg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19A0592D-680D-3D86-A541-87E164984ACA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>
            <a:normAutofit/>
          </a:bodyPr>
          <a:lstStyle/>
          <a:p>
            <a:r>
              <a:rPr lang="en-US" altLang="zh-CN" sz="48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Bioinformatics_Agent_Architecture</a:t>
            </a:r>
            <a:endParaRPr lang="zh-CN" altLang="en-US" sz="48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3" name="副标题 2">
            <a:extLst>
              <a:ext uri="{FF2B5EF4-FFF2-40B4-BE49-F238E27FC236}">
                <a16:creationId xmlns:a16="http://schemas.microsoft.com/office/drawing/2014/main" id="{18CDC6C8-6FFC-AA3B-774E-076DFA46BD9B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2884555526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图形 4" descr="用户 纯色填充">
            <a:extLst>
              <a:ext uri="{FF2B5EF4-FFF2-40B4-BE49-F238E27FC236}">
                <a16:creationId xmlns:a16="http://schemas.microsoft.com/office/drawing/2014/main" id="{8EB400D1-7A9C-F5A0-C004-AFD2A89F9B71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420152" y="2638372"/>
            <a:ext cx="914400" cy="914400"/>
          </a:xfrm>
          <a:prstGeom prst="rect">
            <a:avLst/>
          </a:prstGeom>
        </p:spPr>
      </p:pic>
      <p:cxnSp>
        <p:nvCxnSpPr>
          <p:cNvPr id="7" name="直接箭头连接符 6">
            <a:extLst>
              <a:ext uri="{FF2B5EF4-FFF2-40B4-BE49-F238E27FC236}">
                <a16:creationId xmlns:a16="http://schemas.microsoft.com/office/drawing/2014/main" id="{E2221E59-FCF5-FEC7-6336-C4F96CE4B084}"/>
              </a:ext>
            </a:extLst>
          </p:cNvPr>
          <p:cNvCxnSpPr/>
          <p:nvPr/>
        </p:nvCxnSpPr>
        <p:spPr>
          <a:xfrm>
            <a:off x="1288243" y="3095572"/>
            <a:ext cx="1217516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8" name="文本框 7">
            <a:extLst>
              <a:ext uri="{FF2B5EF4-FFF2-40B4-BE49-F238E27FC236}">
                <a16:creationId xmlns:a16="http://schemas.microsoft.com/office/drawing/2014/main" id="{B447B6FC-1FA2-E928-39D8-1EF63DE04037}"/>
              </a:ext>
            </a:extLst>
          </p:cNvPr>
          <p:cNvSpPr txBox="1"/>
          <p:nvPr/>
        </p:nvSpPr>
        <p:spPr>
          <a:xfrm>
            <a:off x="1664612" y="2726240"/>
            <a:ext cx="46477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Q</a:t>
            </a:r>
            <a:endParaRPr lang="zh-CN" altLang="en-US" b="1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pic>
        <p:nvPicPr>
          <p:cNvPr id="10" name="图形 9" descr="机器人 纯色填充">
            <a:extLst>
              <a:ext uri="{FF2B5EF4-FFF2-40B4-BE49-F238E27FC236}">
                <a16:creationId xmlns:a16="http://schemas.microsoft.com/office/drawing/2014/main" id="{37EC01A9-137A-C0FB-7AA3-EC896217B92E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2505759" y="2638372"/>
            <a:ext cx="914400" cy="914400"/>
          </a:xfrm>
          <a:prstGeom prst="rect">
            <a:avLst/>
          </a:prstGeom>
        </p:spPr>
      </p:pic>
      <p:cxnSp>
        <p:nvCxnSpPr>
          <p:cNvPr id="12" name="连接符: 肘形 11">
            <a:extLst>
              <a:ext uri="{FF2B5EF4-FFF2-40B4-BE49-F238E27FC236}">
                <a16:creationId xmlns:a16="http://schemas.microsoft.com/office/drawing/2014/main" id="{2799C205-9243-AD31-5985-9670D9C4B5DE}"/>
              </a:ext>
            </a:extLst>
          </p:cNvPr>
          <p:cNvCxnSpPr>
            <a:cxnSpLocks/>
          </p:cNvCxnSpPr>
          <p:nvPr/>
        </p:nvCxnSpPr>
        <p:spPr>
          <a:xfrm rot="5400000" flipH="1" flipV="1">
            <a:off x="2674999" y="1874268"/>
            <a:ext cx="1667138" cy="565816"/>
          </a:xfrm>
          <a:prstGeom prst="bentConnector3">
            <a:avLst>
              <a:gd name="adj1" fmla="val 100606"/>
            </a:avLst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pic>
        <p:nvPicPr>
          <p:cNvPr id="18" name="图形 17" descr="数据库 纯色填充">
            <a:extLst>
              <a:ext uri="{FF2B5EF4-FFF2-40B4-BE49-F238E27FC236}">
                <a16:creationId xmlns:a16="http://schemas.microsoft.com/office/drawing/2014/main" id="{0DE137B8-A098-155F-38E9-981C26D4B4D7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3791476" y="866407"/>
            <a:ext cx="914400" cy="914400"/>
          </a:xfrm>
          <a:prstGeom prst="rect">
            <a:avLst/>
          </a:prstGeom>
        </p:spPr>
      </p:pic>
      <p:sp>
        <p:nvSpPr>
          <p:cNvPr id="19" name="文本框 18">
            <a:extLst>
              <a:ext uri="{FF2B5EF4-FFF2-40B4-BE49-F238E27FC236}">
                <a16:creationId xmlns:a16="http://schemas.microsoft.com/office/drawing/2014/main" id="{34A2CD19-93A7-D356-8403-82BF1CDC6F3A}"/>
              </a:ext>
            </a:extLst>
          </p:cNvPr>
          <p:cNvSpPr txBox="1"/>
          <p:nvPr/>
        </p:nvSpPr>
        <p:spPr>
          <a:xfrm>
            <a:off x="3917774" y="641595"/>
            <a:ext cx="788102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b="1" dirty="0">
                <a:latin typeface="黑体" panose="02010609060101010101" pitchFamily="49" charset="-122"/>
                <a:ea typeface="黑体" panose="02010609060101010101" pitchFamily="49" charset="-122"/>
              </a:rPr>
              <a:t>先验</a:t>
            </a:r>
          </a:p>
        </p:txBody>
      </p:sp>
      <p:cxnSp>
        <p:nvCxnSpPr>
          <p:cNvPr id="21" name="连接符: 肘形 20">
            <a:extLst>
              <a:ext uri="{FF2B5EF4-FFF2-40B4-BE49-F238E27FC236}">
                <a16:creationId xmlns:a16="http://schemas.microsoft.com/office/drawing/2014/main" id="{E52A9C7C-2FAF-FD44-6527-705A3A182191}"/>
              </a:ext>
            </a:extLst>
          </p:cNvPr>
          <p:cNvCxnSpPr>
            <a:cxnSpLocks/>
          </p:cNvCxnSpPr>
          <p:nvPr/>
        </p:nvCxnSpPr>
        <p:spPr>
          <a:xfrm rot="5400000">
            <a:off x="3152618" y="1928786"/>
            <a:ext cx="1314767" cy="1018808"/>
          </a:xfrm>
          <a:prstGeom prst="bentConnector3">
            <a:avLst>
              <a:gd name="adj1" fmla="val 99952"/>
            </a:avLst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25" name="文本框 24">
            <a:extLst>
              <a:ext uri="{FF2B5EF4-FFF2-40B4-BE49-F238E27FC236}">
                <a16:creationId xmlns:a16="http://schemas.microsoft.com/office/drawing/2014/main" id="{11B693ED-050A-71EF-F08C-5559B158E3F1}"/>
              </a:ext>
            </a:extLst>
          </p:cNvPr>
          <p:cNvSpPr txBox="1"/>
          <p:nvPr/>
        </p:nvSpPr>
        <p:spPr>
          <a:xfrm>
            <a:off x="4329506" y="2253524"/>
            <a:ext cx="51361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Q+</a:t>
            </a:r>
            <a:endParaRPr lang="zh-CN" altLang="en-US" b="1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cxnSp>
        <p:nvCxnSpPr>
          <p:cNvPr id="30" name="直接箭头连接符 29">
            <a:extLst>
              <a:ext uri="{FF2B5EF4-FFF2-40B4-BE49-F238E27FC236}">
                <a16:creationId xmlns:a16="http://schemas.microsoft.com/office/drawing/2014/main" id="{14C27359-162A-B8A8-C56A-A5D4704D2E3D}"/>
              </a:ext>
            </a:extLst>
          </p:cNvPr>
          <p:cNvCxnSpPr/>
          <p:nvPr/>
        </p:nvCxnSpPr>
        <p:spPr>
          <a:xfrm>
            <a:off x="3300597" y="3192822"/>
            <a:ext cx="2595010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31" name="矩形: 圆角 30">
            <a:extLst>
              <a:ext uri="{FF2B5EF4-FFF2-40B4-BE49-F238E27FC236}">
                <a16:creationId xmlns:a16="http://schemas.microsoft.com/office/drawing/2014/main" id="{1DE6B068-7A2C-397F-D2E5-70A600F84941}"/>
              </a:ext>
            </a:extLst>
          </p:cNvPr>
          <p:cNvSpPr/>
          <p:nvPr/>
        </p:nvSpPr>
        <p:spPr>
          <a:xfrm>
            <a:off x="5905707" y="2357449"/>
            <a:ext cx="308168" cy="1547696"/>
          </a:xfrm>
          <a:prstGeom prst="round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zh-CN" altLang="en-US" b="1" dirty="0">
                <a:latin typeface="黑体" panose="02010609060101010101" pitchFamily="49" charset="-122"/>
                <a:ea typeface="黑体" panose="02010609060101010101" pitchFamily="49" charset="-122"/>
              </a:rPr>
              <a:t>规划</a:t>
            </a:r>
          </a:p>
        </p:txBody>
      </p:sp>
      <p:sp>
        <p:nvSpPr>
          <p:cNvPr id="33" name="矩形: 圆角 32">
            <a:extLst>
              <a:ext uri="{FF2B5EF4-FFF2-40B4-BE49-F238E27FC236}">
                <a16:creationId xmlns:a16="http://schemas.microsoft.com/office/drawing/2014/main" id="{717F8497-5D74-CD4F-A33A-7EF3E2CA1D7F}"/>
              </a:ext>
            </a:extLst>
          </p:cNvPr>
          <p:cNvSpPr/>
          <p:nvPr/>
        </p:nvSpPr>
        <p:spPr>
          <a:xfrm>
            <a:off x="6272816" y="2357449"/>
            <a:ext cx="308168" cy="1547696"/>
          </a:xfrm>
          <a:prstGeom prst="round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zh-CN" altLang="en-US" b="1" dirty="0">
                <a:latin typeface="黑体" panose="02010609060101010101" pitchFamily="49" charset="-122"/>
                <a:ea typeface="黑体" panose="02010609060101010101" pitchFamily="49" charset="-122"/>
              </a:rPr>
              <a:t>调度</a:t>
            </a:r>
          </a:p>
        </p:txBody>
      </p:sp>
      <p:sp>
        <p:nvSpPr>
          <p:cNvPr id="35" name="矩形: 圆角 34">
            <a:extLst>
              <a:ext uri="{FF2B5EF4-FFF2-40B4-BE49-F238E27FC236}">
                <a16:creationId xmlns:a16="http://schemas.microsoft.com/office/drawing/2014/main" id="{A48533B8-D231-2C82-BE05-B218A9208743}"/>
              </a:ext>
            </a:extLst>
          </p:cNvPr>
          <p:cNvSpPr/>
          <p:nvPr/>
        </p:nvSpPr>
        <p:spPr>
          <a:xfrm>
            <a:off x="6639925" y="2357449"/>
            <a:ext cx="308168" cy="1547696"/>
          </a:xfrm>
          <a:prstGeom prst="round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zh-CN" altLang="en-US" b="1" dirty="0">
                <a:latin typeface="黑体" panose="02010609060101010101" pitchFamily="49" charset="-122"/>
                <a:ea typeface="黑体" panose="02010609060101010101" pitchFamily="49" charset="-122"/>
              </a:rPr>
              <a:t>执行</a:t>
            </a:r>
          </a:p>
        </p:txBody>
      </p:sp>
      <p:sp>
        <p:nvSpPr>
          <p:cNvPr id="37" name="矩形: 圆角 36">
            <a:extLst>
              <a:ext uri="{FF2B5EF4-FFF2-40B4-BE49-F238E27FC236}">
                <a16:creationId xmlns:a16="http://schemas.microsoft.com/office/drawing/2014/main" id="{A303BD4C-86F0-5704-BBE0-2693D25D61AD}"/>
              </a:ext>
            </a:extLst>
          </p:cNvPr>
          <p:cNvSpPr/>
          <p:nvPr/>
        </p:nvSpPr>
        <p:spPr>
          <a:xfrm>
            <a:off x="7007034" y="2357449"/>
            <a:ext cx="308168" cy="1547696"/>
          </a:xfrm>
          <a:prstGeom prst="round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zh-CN" altLang="en-US" b="1" dirty="0">
                <a:latin typeface="黑体" panose="02010609060101010101" pitchFamily="49" charset="-122"/>
                <a:ea typeface="黑体" panose="02010609060101010101" pitchFamily="49" charset="-122"/>
              </a:rPr>
              <a:t>反馈</a:t>
            </a:r>
          </a:p>
        </p:txBody>
      </p:sp>
      <p:pic>
        <p:nvPicPr>
          <p:cNvPr id="39" name="图形 38" descr="箭头循环 纯色填充">
            <a:extLst>
              <a:ext uri="{FF2B5EF4-FFF2-40B4-BE49-F238E27FC236}">
                <a16:creationId xmlns:a16="http://schemas.microsoft.com/office/drawing/2014/main" id="{D3D8CF79-B41A-699F-56E1-509DC04105B3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6123784" y="1554102"/>
            <a:ext cx="914400" cy="914400"/>
          </a:xfrm>
          <a:prstGeom prst="rect">
            <a:avLst/>
          </a:prstGeom>
        </p:spPr>
      </p:pic>
      <p:cxnSp>
        <p:nvCxnSpPr>
          <p:cNvPr id="49" name="连接符: 肘形 48">
            <a:extLst>
              <a:ext uri="{FF2B5EF4-FFF2-40B4-BE49-F238E27FC236}">
                <a16:creationId xmlns:a16="http://schemas.microsoft.com/office/drawing/2014/main" id="{05188DC3-5B02-9705-3610-6E2D4AFE3695}"/>
              </a:ext>
            </a:extLst>
          </p:cNvPr>
          <p:cNvCxnSpPr>
            <a:cxnSpLocks/>
          </p:cNvCxnSpPr>
          <p:nvPr/>
        </p:nvCxnSpPr>
        <p:spPr>
          <a:xfrm rot="10800000" flipV="1">
            <a:off x="777999" y="4031440"/>
            <a:ext cx="5861929" cy="1136687"/>
          </a:xfrm>
          <a:prstGeom prst="bentConnector3">
            <a:avLst>
              <a:gd name="adj1" fmla="val 15"/>
            </a:avLst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55" name="直接箭头连接符 54">
            <a:extLst>
              <a:ext uri="{FF2B5EF4-FFF2-40B4-BE49-F238E27FC236}">
                <a16:creationId xmlns:a16="http://schemas.microsoft.com/office/drawing/2014/main" id="{FAD21537-E99D-35B9-9C1F-FD7ECFE4B000}"/>
              </a:ext>
            </a:extLst>
          </p:cNvPr>
          <p:cNvCxnSpPr>
            <a:cxnSpLocks/>
          </p:cNvCxnSpPr>
          <p:nvPr/>
        </p:nvCxnSpPr>
        <p:spPr>
          <a:xfrm flipV="1">
            <a:off x="777998" y="3627288"/>
            <a:ext cx="0" cy="154084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56" name="文本框 55">
            <a:extLst>
              <a:ext uri="{FF2B5EF4-FFF2-40B4-BE49-F238E27FC236}">
                <a16:creationId xmlns:a16="http://schemas.microsoft.com/office/drawing/2014/main" id="{019CEED7-8029-3DF9-C541-F054581D15C2}"/>
              </a:ext>
            </a:extLst>
          </p:cNvPr>
          <p:cNvSpPr txBox="1"/>
          <p:nvPr/>
        </p:nvSpPr>
        <p:spPr>
          <a:xfrm>
            <a:off x="3300597" y="5187791"/>
            <a:ext cx="1126581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Results</a:t>
            </a:r>
            <a:endParaRPr lang="zh-CN" altLang="en-US" b="1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922283007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22B55417-BA58-3B0D-5A62-3AC5562345D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CN" dirty="0">
                <a:latin typeface="Times New Roman" panose="02020603050405020304" pitchFamily="18" charset="0"/>
                <a:cs typeface="Times New Roman" panose="02020603050405020304" pitchFamily="18" charset="0"/>
              </a:rPr>
              <a:t>config.py</a:t>
            </a:r>
            <a:endParaRPr lang="zh-CN" altLang="en-US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3" name="内容占位符 2">
            <a:extLst>
              <a:ext uri="{FF2B5EF4-FFF2-40B4-BE49-F238E27FC236}">
                <a16:creationId xmlns:a16="http://schemas.microsoft.com/office/drawing/2014/main" id="{3441AF47-7DBD-5802-4C69-0049A3E285B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zh-CN" altLang="en-US" sz="2000" dirty="0">
                <a:latin typeface="黑体" panose="02010609060101010101" pitchFamily="49" charset="-122"/>
                <a:ea typeface="黑体" panose="02010609060101010101" pitchFamily="49" charset="-122"/>
              </a:rPr>
              <a:t>应用配置，读取环境变量</a:t>
            </a:r>
            <a:endParaRPr lang="en-US" altLang="zh-CN" sz="2000" dirty="0">
              <a:latin typeface="黑体" panose="02010609060101010101" pitchFamily="49" charset="-122"/>
              <a:ea typeface="黑体" panose="02010609060101010101" pitchFamily="49" charset="-122"/>
            </a:endParaRPr>
          </a:p>
          <a:p>
            <a:pPr lvl="1"/>
            <a:r>
              <a:rPr lang="zh-CN" altLang="en-US" sz="1600" dirty="0">
                <a:latin typeface="黑体" panose="02010609060101010101" pitchFamily="49" charset="-122"/>
                <a:ea typeface="黑体" panose="02010609060101010101" pitchFamily="49" charset="-122"/>
              </a:rPr>
              <a:t>大模型</a:t>
            </a:r>
            <a:r>
              <a:rPr lang="en-US" altLang="zh-CN" sz="1600" dirty="0">
                <a:latin typeface="Times New Roman" panose="02020603050405020304" pitchFamily="18" charset="0"/>
                <a:ea typeface="黑体" panose="02010609060101010101" pitchFamily="49" charset="-122"/>
                <a:cs typeface="Times New Roman" panose="02020603050405020304" pitchFamily="18" charset="0"/>
              </a:rPr>
              <a:t>API</a:t>
            </a:r>
          </a:p>
          <a:p>
            <a:pPr lvl="1"/>
            <a:r>
              <a:rPr lang="en-US" altLang="zh-CN" sz="1600" dirty="0">
                <a:latin typeface="Times New Roman" panose="02020603050405020304" pitchFamily="18" charset="0"/>
                <a:ea typeface="黑体" panose="02010609060101010101" pitchFamily="49" charset="-122"/>
                <a:cs typeface="Times New Roman" panose="02020603050405020304" pitchFamily="18" charset="0"/>
              </a:rPr>
              <a:t>PubMed</a:t>
            </a:r>
          </a:p>
          <a:p>
            <a:pPr lvl="1"/>
            <a:r>
              <a:rPr lang="en-US" altLang="zh-CN" sz="1600" dirty="0">
                <a:latin typeface="Times New Roman" panose="02020603050405020304" pitchFamily="18" charset="0"/>
                <a:ea typeface="黑体" panose="02010609060101010101" pitchFamily="49" charset="-122"/>
                <a:cs typeface="Times New Roman" panose="02020603050405020304" pitchFamily="18" charset="0"/>
              </a:rPr>
              <a:t>App</a:t>
            </a:r>
            <a:r>
              <a:rPr lang="zh-CN" altLang="en-US" sz="1600" dirty="0">
                <a:latin typeface="黑体" panose="02010609060101010101" pitchFamily="49" charset="-122"/>
                <a:ea typeface="黑体" panose="02010609060101010101" pitchFamily="49" charset="-122"/>
              </a:rPr>
              <a:t>信息</a:t>
            </a:r>
            <a:r>
              <a:rPr lang="en-US" altLang="zh-CN" sz="1600" dirty="0">
                <a:latin typeface="黑体" panose="02010609060101010101" pitchFamily="49" charset="-122"/>
                <a:ea typeface="黑体" panose="02010609060101010101" pitchFamily="49" charset="-122"/>
              </a:rPr>
              <a:t>(</a:t>
            </a:r>
            <a:r>
              <a:rPr lang="en-US" altLang="zh-CN" sz="1600" dirty="0" err="1">
                <a:latin typeface="Times New Roman" panose="02020603050405020304" pitchFamily="18" charset="0"/>
                <a:ea typeface="黑体" panose="02010609060101010101" pitchFamily="49" charset="-122"/>
                <a:cs typeface="Times New Roman" panose="02020603050405020304" pitchFamily="18" charset="0"/>
              </a:rPr>
              <a:t>host,port,log_level</a:t>
            </a:r>
            <a:r>
              <a:rPr lang="en-US" altLang="zh-CN" sz="1600" dirty="0">
                <a:latin typeface="黑体" panose="02010609060101010101" pitchFamily="49" charset="-122"/>
                <a:ea typeface="黑体" panose="02010609060101010101" pitchFamily="49" charset="-122"/>
              </a:rPr>
              <a:t>)</a:t>
            </a:r>
          </a:p>
          <a:p>
            <a:pPr lvl="1"/>
            <a:r>
              <a:rPr lang="zh-CN" altLang="en-US" sz="1600" dirty="0">
                <a:latin typeface="黑体" panose="02010609060101010101" pitchFamily="49" charset="-122"/>
                <a:ea typeface="黑体" panose="02010609060101010101" pitchFamily="49" charset="-122"/>
              </a:rPr>
              <a:t>数据路径</a:t>
            </a:r>
          </a:p>
        </p:txBody>
      </p:sp>
    </p:spTree>
    <p:extLst>
      <p:ext uri="{BB962C8B-B14F-4D97-AF65-F5344CB8AC3E}">
        <p14:creationId xmlns:p14="http://schemas.microsoft.com/office/powerpoint/2010/main" val="4154554530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3D59375E-54FB-F0AA-2552-1D9A6F3FA11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CN" dirty="0">
                <a:latin typeface="Times New Roman" panose="02020603050405020304" pitchFamily="18" charset="0"/>
                <a:cs typeface="Times New Roman" panose="02020603050405020304" pitchFamily="18" charset="0"/>
              </a:rPr>
              <a:t>main.py</a:t>
            </a:r>
            <a:endParaRPr lang="zh-CN" altLang="en-US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3" name="内容占位符 2">
            <a:extLst>
              <a:ext uri="{FF2B5EF4-FFF2-40B4-BE49-F238E27FC236}">
                <a16:creationId xmlns:a16="http://schemas.microsoft.com/office/drawing/2014/main" id="{A20BB6D4-C3AF-5AFD-6C19-159C42E7114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zh-CN" altLang="en-US" dirty="0"/>
              <a:t>后端使用</a:t>
            </a:r>
            <a:r>
              <a:rPr lang="en-US" altLang="zh-CN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FastAPI</a:t>
            </a:r>
            <a:endParaRPr lang="en-US" altLang="zh-CN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lvl="1"/>
            <a:r>
              <a:rPr lang="zh-CN" altLang="zh-CN" dirty="0">
                <a:latin typeface="Times New Roman" panose="02020603050405020304" pitchFamily="18" charset="0"/>
                <a:cs typeface="Times New Roman" panose="02020603050405020304" pitchFamily="18" charset="0"/>
              </a:rPr>
              <a:t>uvicorn.run(</a:t>
            </a:r>
            <a:br>
              <a:rPr lang="zh-CN" altLang="zh-CN" dirty="0">
                <a:latin typeface="Times New Roman" panose="02020603050405020304" pitchFamily="18" charset="0"/>
                <a:cs typeface="Times New Roman" panose="02020603050405020304" pitchFamily="18" charset="0"/>
              </a:rPr>
            </a:br>
            <a:r>
              <a:rPr lang="zh-CN" altLang="zh-CN" dirty="0">
                <a:latin typeface="Times New Roman" panose="02020603050405020304" pitchFamily="18" charset="0"/>
                <a:cs typeface="Times New Roman" panose="02020603050405020304" pitchFamily="18" charset="0"/>
              </a:rPr>
              <a:t>    "backend.api.server:app",</a:t>
            </a:r>
            <a:br>
              <a:rPr lang="zh-CN" altLang="zh-CN" dirty="0">
                <a:latin typeface="Times New Roman" panose="02020603050405020304" pitchFamily="18" charset="0"/>
                <a:cs typeface="Times New Roman" panose="02020603050405020304" pitchFamily="18" charset="0"/>
              </a:rPr>
            </a:br>
            <a:r>
              <a:rPr lang="zh-CN" altLang="zh-CN" dirty="0">
                <a:latin typeface="Times New Roman" panose="02020603050405020304" pitchFamily="18" charset="0"/>
                <a:cs typeface="Times New Roman" panose="02020603050405020304" pitchFamily="18" charset="0"/>
              </a:rPr>
              <a:t>    host=config.APP_HOST,</a:t>
            </a:r>
            <a:br>
              <a:rPr lang="zh-CN" altLang="zh-CN" dirty="0">
                <a:latin typeface="Times New Roman" panose="02020603050405020304" pitchFamily="18" charset="0"/>
                <a:cs typeface="Times New Roman" panose="02020603050405020304" pitchFamily="18" charset="0"/>
              </a:rPr>
            </a:br>
            <a:r>
              <a:rPr lang="zh-CN" altLang="zh-CN" dirty="0">
                <a:latin typeface="Times New Roman" panose="02020603050405020304" pitchFamily="18" charset="0"/>
                <a:cs typeface="Times New Roman" panose="02020603050405020304" pitchFamily="18" charset="0"/>
              </a:rPr>
              <a:t>    port=config.APP_PORT,</a:t>
            </a:r>
            <a:br>
              <a:rPr lang="zh-CN" altLang="zh-CN" dirty="0">
                <a:latin typeface="Times New Roman" panose="02020603050405020304" pitchFamily="18" charset="0"/>
                <a:cs typeface="Times New Roman" panose="02020603050405020304" pitchFamily="18" charset="0"/>
              </a:rPr>
            </a:br>
            <a:r>
              <a:rPr lang="zh-CN" altLang="zh-CN" dirty="0">
                <a:latin typeface="Times New Roman" panose="02020603050405020304" pitchFamily="18" charset="0"/>
                <a:cs typeface="Times New Roman" panose="02020603050405020304" pitchFamily="18" charset="0"/>
              </a:rPr>
              <a:t>    log_level=config.LOG_LEVEL.lower(),</a:t>
            </a:r>
            <a:br>
              <a:rPr lang="zh-CN" altLang="zh-CN" dirty="0">
                <a:latin typeface="Times New Roman" panose="02020603050405020304" pitchFamily="18" charset="0"/>
                <a:cs typeface="Times New Roman" panose="02020603050405020304" pitchFamily="18" charset="0"/>
              </a:rPr>
            </a:br>
            <a:r>
              <a:rPr lang="zh-CN" altLang="zh-CN" dirty="0">
                <a:latin typeface="Times New Roman" panose="02020603050405020304" pitchFamily="18" charset="0"/>
                <a:cs typeface="Times New Roman" panose="02020603050405020304" pitchFamily="18" charset="0"/>
              </a:rPr>
              <a:t>    reload=False,</a:t>
            </a:r>
            <a:br>
              <a:rPr lang="zh-CN" altLang="zh-CN" dirty="0">
                <a:latin typeface="Times New Roman" panose="02020603050405020304" pitchFamily="18" charset="0"/>
                <a:cs typeface="Times New Roman" panose="02020603050405020304" pitchFamily="18" charset="0"/>
              </a:rPr>
            </a:br>
            <a:r>
              <a:rPr lang="zh-CN" altLang="zh-CN" dirty="0">
                <a:latin typeface="Times New Roman" panose="02020603050405020304" pitchFamily="18" charset="0"/>
                <a:cs typeface="Times New Roman" panose="02020603050405020304" pitchFamily="18" charset="0"/>
              </a:rPr>
              <a:t>)</a:t>
            </a:r>
          </a:p>
          <a:p>
            <a:pPr marL="457200" lvl="1" indent="0">
              <a:buNone/>
            </a:pPr>
            <a:endParaRPr lang="zh-CN" altLang="en-US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335855246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D0675D2D-2F83-A932-0D24-8FFAE6FF8C9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zh-CN" dirty="0">
                <a:latin typeface="Times New Roman" panose="02020603050405020304" pitchFamily="18" charset="0"/>
                <a:cs typeface="Times New Roman" panose="02020603050405020304" pitchFamily="18" charset="0"/>
              </a:rPr>
              <a:t>backend.api.server</a:t>
            </a:r>
            <a:r>
              <a:rPr lang="en-US" altLang="zh-CN" dirty="0">
                <a:latin typeface="Times New Roman" panose="02020603050405020304" pitchFamily="18" charset="0"/>
                <a:cs typeface="Times New Roman" panose="02020603050405020304" pitchFamily="18" charset="0"/>
              </a:rPr>
              <a:t>.</a:t>
            </a:r>
            <a:r>
              <a:rPr lang="en-US" altLang="zh-CN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py</a:t>
            </a:r>
            <a:endParaRPr lang="zh-CN" altLang="en-US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3" name="内容占位符 2">
            <a:extLst>
              <a:ext uri="{FF2B5EF4-FFF2-40B4-BE49-F238E27FC236}">
                <a16:creationId xmlns:a16="http://schemas.microsoft.com/office/drawing/2014/main" id="{D9E2E0E2-7A8D-0C8D-F91F-5A167042150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zh-CN" altLang="en-US" dirty="0">
                <a:latin typeface="黑体" panose="02010609060101010101" pitchFamily="49" charset="-122"/>
                <a:ea typeface="黑体" panose="02010609060101010101" pitchFamily="49" charset="-122"/>
              </a:rPr>
              <a:t>初始化</a:t>
            </a:r>
            <a:endParaRPr lang="en-US" altLang="zh-CN" dirty="0">
              <a:latin typeface="黑体" panose="02010609060101010101" pitchFamily="49" charset="-122"/>
              <a:ea typeface="黑体" panose="02010609060101010101" pitchFamily="49" charset="-122"/>
            </a:endParaRPr>
          </a:p>
          <a:p>
            <a:pPr lvl="1"/>
            <a:r>
              <a:rPr lang="zh-CN" altLang="en-US" dirty="0">
                <a:latin typeface="黑体" panose="02010609060101010101" pitchFamily="49" charset="-122"/>
                <a:ea typeface="黑体" panose="02010609060101010101" pitchFamily="49" charset="-122"/>
              </a:rPr>
              <a:t>确保数据目录存在</a:t>
            </a:r>
            <a:r>
              <a:rPr lang="en-US" altLang="zh-CN" dirty="0">
                <a:latin typeface="黑体" panose="02010609060101010101" pitchFamily="49" charset="-122"/>
                <a:ea typeface="黑体" panose="02010609060101010101" pitchFamily="49" charset="-122"/>
              </a:rPr>
              <a:t>:</a:t>
            </a:r>
            <a:r>
              <a:rPr lang="zh-CN" altLang="zh-CN" dirty="0">
                <a:latin typeface="Times New Roman" panose="02020603050405020304" pitchFamily="18" charset="0"/>
                <a:cs typeface="Times New Roman" panose="02020603050405020304" pitchFamily="18" charset="0"/>
              </a:rPr>
              <a:t>config.ensure_dirs()</a:t>
            </a:r>
          </a:p>
          <a:p>
            <a:pPr lvl="1"/>
            <a:endParaRPr lang="zh-CN" altLang="en-US" dirty="0">
              <a:latin typeface="黑体" panose="02010609060101010101" pitchFamily="49" charset="-122"/>
              <a:ea typeface="黑体" panose="02010609060101010101" pitchFamily="49" charset="-122"/>
            </a:endParaRPr>
          </a:p>
        </p:txBody>
      </p:sp>
    </p:spTree>
    <p:extLst>
      <p:ext uri="{BB962C8B-B14F-4D97-AF65-F5344CB8AC3E}">
        <p14:creationId xmlns:p14="http://schemas.microsoft.com/office/powerpoint/2010/main" val="1783195504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7C9BD4F-EA4B-B54A-9359-1237E8F14E6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8C5E1054-5E62-6149-BD56-F5E43A1DF76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zh-CN" dirty="0">
                <a:latin typeface="Times New Roman" panose="02020603050405020304" pitchFamily="18" charset="0"/>
                <a:cs typeface="Times New Roman" panose="02020603050405020304" pitchFamily="18" charset="0"/>
              </a:rPr>
              <a:t>backend.api.server</a:t>
            </a:r>
            <a:r>
              <a:rPr lang="en-US" altLang="zh-CN" dirty="0">
                <a:latin typeface="Times New Roman" panose="02020603050405020304" pitchFamily="18" charset="0"/>
                <a:cs typeface="Times New Roman" panose="02020603050405020304" pitchFamily="18" charset="0"/>
              </a:rPr>
              <a:t>.</a:t>
            </a:r>
            <a:r>
              <a:rPr lang="en-US" altLang="zh-CN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py</a:t>
            </a:r>
            <a:endParaRPr lang="zh-CN" altLang="en-US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3" name="内容占位符 2">
            <a:extLst>
              <a:ext uri="{FF2B5EF4-FFF2-40B4-BE49-F238E27FC236}">
                <a16:creationId xmlns:a16="http://schemas.microsoft.com/office/drawing/2014/main" id="{5DA9A967-F103-B910-3EF8-7E244CA6C39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zh-CN" altLang="en-US" dirty="0">
                <a:latin typeface="黑体" panose="02010609060101010101" pitchFamily="49" charset="-122"/>
                <a:ea typeface="黑体" panose="02010609060101010101" pitchFamily="49" charset="-122"/>
              </a:rPr>
              <a:t>初始化</a:t>
            </a:r>
            <a:endParaRPr lang="en-US" altLang="zh-CN" dirty="0">
              <a:latin typeface="黑体" panose="02010609060101010101" pitchFamily="49" charset="-122"/>
              <a:ea typeface="黑体" panose="02010609060101010101" pitchFamily="49" charset="-122"/>
            </a:endParaRPr>
          </a:p>
          <a:p>
            <a:pPr lvl="1"/>
            <a:r>
              <a:rPr lang="zh-CN" altLang="en-US" dirty="0">
                <a:latin typeface="黑体" panose="02010609060101010101" pitchFamily="49" charset="-122"/>
                <a:ea typeface="黑体" panose="02010609060101010101" pitchFamily="49" charset="-122"/>
              </a:rPr>
              <a:t>初始化数据库</a:t>
            </a:r>
            <a:r>
              <a:rPr lang="en-US" altLang="zh-CN" dirty="0">
                <a:latin typeface="黑体" panose="02010609060101010101" pitchFamily="49" charset="-122"/>
                <a:ea typeface="黑体" panose="02010609060101010101" pitchFamily="49" charset="-122"/>
              </a:rPr>
              <a:t>:</a:t>
            </a:r>
            <a:r>
              <a:rPr lang="zh-CN" altLang="zh-CN" dirty="0">
                <a:latin typeface="Times New Roman" panose="02020603050405020304" pitchFamily="18" charset="0"/>
                <a:cs typeface="Times New Roman" panose="02020603050405020304" pitchFamily="18" charset="0"/>
              </a:rPr>
              <a:t>init_db()</a:t>
            </a:r>
            <a:endParaRPr lang="en-US" altLang="zh-CN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lvl="2"/>
            <a:r>
              <a:rPr lang="zh-CN" altLang="en-US" dirty="0">
                <a:latin typeface="黑体" panose="02010609060101010101" pitchFamily="49" charset="-122"/>
                <a:ea typeface="黑体" panose="02010609060101010101" pitchFamily="49" charset="-122"/>
                <a:cs typeface="Times New Roman" panose="02020603050405020304" pitchFamily="18" charset="0"/>
              </a:rPr>
              <a:t>初始化</a:t>
            </a:r>
            <a:r>
              <a:rPr lang="zh-CN" altLang="zh-CN" dirty="0">
                <a:latin typeface="Times New Roman" panose="02020603050405020304" pitchFamily="18" charset="0"/>
                <a:ea typeface="黑体" panose="02010609060101010101" pitchFamily="49" charset="-122"/>
                <a:cs typeface="Times New Roman" panose="02020603050405020304" pitchFamily="18" charset="0"/>
              </a:rPr>
              <a:t>Conversation</a:t>
            </a:r>
            <a:r>
              <a:rPr lang="zh-CN" altLang="en-US" dirty="0">
                <a:latin typeface="Times New Roman" panose="02020603050405020304" pitchFamily="18" charset="0"/>
                <a:ea typeface="黑体" panose="02010609060101010101" pitchFamily="49" charset="-122"/>
                <a:cs typeface="Times New Roman" panose="02020603050405020304" pitchFamily="18" charset="0"/>
              </a:rPr>
              <a:t>、</a:t>
            </a:r>
            <a:r>
              <a:rPr lang="zh-CN" altLang="zh-CN" dirty="0">
                <a:latin typeface="Times New Roman" panose="02020603050405020304" pitchFamily="18" charset="0"/>
                <a:ea typeface="黑体" panose="02010609060101010101" pitchFamily="49" charset="-122"/>
                <a:cs typeface="Times New Roman" panose="02020603050405020304" pitchFamily="18" charset="0"/>
              </a:rPr>
              <a:t>Message</a:t>
            </a:r>
            <a:r>
              <a:rPr lang="zh-CN" altLang="en-US" dirty="0">
                <a:latin typeface="Times New Roman" panose="02020603050405020304" pitchFamily="18" charset="0"/>
                <a:ea typeface="黑体" panose="02010609060101010101" pitchFamily="49" charset="-122"/>
                <a:cs typeface="Times New Roman" panose="02020603050405020304" pitchFamily="18" charset="0"/>
              </a:rPr>
              <a:t>、</a:t>
            </a:r>
            <a:r>
              <a:rPr lang="zh-CN" altLang="zh-CN" dirty="0">
                <a:latin typeface="Times New Roman" panose="02020603050405020304" pitchFamily="18" charset="0"/>
                <a:ea typeface="黑体" panose="02010609060101010101" pitchFamily="49" charset="-122"/>
                <a:cs typeface="Times New Roman" panose="02020603050405020304" pitchFamily="18" charset="0"/>
              </a:rPr>
              <a:t>ResearchRecord</a:t>
            </a:r>
            <a:r>
              <a:rPr lang="zh-CN" altLang="en-US" dirty="0">
                <a:latin typeface="Times New Roman" panose="02020603050405020304" pitchFamily="18" charset="0"/>
                <a:ea typeface="黑体" panose="02010609060101010101" pitchFamily="49" charset="-122"/>
                <a:cs typeface="Times New Roman" panose="02020603050405020304" pitchFamily="18" charset="0"/>
              </a:rPr>
              <a:t>三张表</a:t>
            </a:r>
            <a:endParaRPr lang="zh-CN" altLang="zh-CN" dirty="0">
              <a:latin typeface="Times New Roman" panose="02020603050405020304" pitchFamily="18" charset="0"/>
              <a:ea typeface="黑体" panose="02010609060101010101" pitchFamily="49" charset="-122"/>
              <a:cs typeface="Times New Roman" panose="02020603050405020304" pitchFamily="18" charset="0"/>
            </a:endParaRPr>
          </a:p>
          <a:p>
            <a:pPr lvl="1"/>
            <a:endParaRPr lang="zh-CN" altLang="en-US" dirty="0">
              <a:latin typeface="黑体" panose="02010609060101010101" pitchFamily="49" charset="-122"/>
              <a:ea typeface="黑体" panose="02010609060101010101" pitchFamily="49" charset="-122"/>
            </a:endParaRPr>
          </a:p>
        </p:txBody>
      </p:sp>
    </p:spTree>
    <p:extLst>
      <p:ext uri="{BB962C8B-B14F-4D97-AF65-F5344CB8AC3E}">
        <p14:creationId xmlns:p14="http://schemas.microsoft.com/office/powerpoint/2010/main" val="4205117993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4BA14FF-48A9-842E-D8BC-1965D117F0F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E7649979-CB66-66F6-348F-EEE0FAB2A21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zh-CN" dirty="0">
                <a:latin typeface="Times New Roman" panose="02020603050405020304" pitchFamily="18" charset="0"/>
                <a:cs typeface="Times New Roman" panose="02020603050405020304" pitchFamily="18" charset="0"/>
              </a:rPr>
              <a:t>backend.api.server</a:t>
            </a:r>
            <a:r>
              <a:rPr lang="en-US" altLang="zh-CN" dirty="0">
                <a:latin typeface="Times New Roman" panose="02020603050405020304" pitchFamily="18" charset="0"/>
                <a:cs typeface="Times New Roman" panose="02020603050405020304" pitchFamily="18" charset="0"/>
              </a:rPr>
              <a:t>.</a:t>
            </a:r>
            <a:r>
              <a:rPr lang="en-US" altLang="zh-CN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py</a:t>
            </a:r>
            <a:endParaRPr lang="zh-CN" altLang="en-US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3" name="内容占位符 2">
            <a:extLst>
              <a:ext uri="{FF2B5EF4-FFF2-40B4-BE49-F238E27FC236}">
                <a16:creationId xmlns:a16="http://schemas.microsoft.com/office/drawing/2014/main" id="{82E252A4-4C62-2396-74CD-CA13A2FB8A7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zh-CN" altLang="en-US" dirty="0">
                <a:latin typeface="黑体" panose="02010609060101010101" pitchFamily="49" charset="-122"/>
                <a:ea typeface="黑体" panose="02010609060101010101" pitchFamily="49" charset="-122"/>
              </a:rPr>
              <a:t>后端接口</a:t>
            </a:r>
          </a:p>
        </p:txBody>
      </p:sp>
    </p:spTree>
    <p:extLst>
      <p:ext uri="{BB962C8B-B14F-4D97-AF65-F5344CB8AC3E}">
        <p14:creationId xmlns:p14="http://schemas.microsoft.com/office/powerpoint/2010/main" val="3140376550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C04FBD1-86AB-8613-0064-C050F80E0FD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1B5EA3CD-F0D9-E4EA-58EF-D87F137906A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zh-CN" dirty="0">
                <a:latin typeface="Times New Roman" panose="02020603050405020304" pitchFamily="18" charset="0"/>
                <a:cs typeface="Times New Roman" panose="02020603050405020304" pitchFamily="18" charset="0"/>
              </a:rPr>
              <a:t>backend.api.server</a:t>
            </a:r>
            <a:r>
              <a:rPr lang="en-US" altLang="zh-CN" dirty="0">
                <a:latin typeface="Times New Roman" panose="02020603050405020304" pitchFamily="18" charset="0"/>
                <a:cs typeface="Times New Roman" panose="02020603050405020304" pitchFamily="18" charset="0"/>
              </a:rPr>
              <a:t>.</a:t>
            </a:r>
            <a:r>
              <a:rPr lang="en-US" altLang="zh-CN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py</a:t>
            </a:r>
            <a:endParaRPr lang="zh-CN" altLang="en-US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3" name="内容占位符 2">
            <a:extLst>
              <a:ext uri="{FF2B5EF4-FFF2-40B4-BE49-F238E27FC236}">
                <a16:creationId xmlns:a16="http://schemas.microsoft.com/office/drawing/2014/main" id="{D52A631E-2F2D-D748-DEAD-9E9B58BEC98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zh-CN" altLang="en-US" dirty="0">
                <a:latin typeface="黑体" panose="02010609060101010101" pitchFamily="49" charset="-122"/>
                <a:ea typeface="黑体" panose="02010609060101010101" pitchFamily="49" charset="-122"/>
              </a:rPr>
              <a:t>后端接口</a:t>
            </a:r>
            <a:endParaRPr lang="en-US" altLang="zh-CN" dirty="0">
              <a:latin typeface="黑体" panose="02010609060101010101" pitchFamily="49" charset="-122"/>
              <a:ea typeface="黑体" panose="02010609060101010101" pitchFamily="49" charset="-122"/>
            </a:endParaRPr>
          </a:p>
          <a:p>
            <a:pPr lvl="1"/>
            <a:r>
              <a:rPr lang="zh-CN" altLang="zh-CN" dirty="0">
                <a:solidFill>
                  <a:schemeClr val="accent6">
                    <a:lumMod val="75000"/>
                  </a:schemeClr>
                </a:solidFill>
                <a:latin typeface="Times New Roman" panose="02020603050405020304" pitchFamily="18" charset="0"/>
                <a:ea typeface="黑体" panose="02010609060101010101" pitchFamily="49" charset="-122"/>
                <a:cs typeface="Times New Roman" panose="02020603050405020304" pitchFamily="18" charset="0"/>
              </a:rPr>
              <a:t>"/api/health"</a:t>
            </a:r>
          </a:p>
          <a:p>
            <a:pPr lvl="1"/>
            <a:endParaRPr lang="zh-CN" altLang="en-US" dirty="0">
              <a:latin typeface="黑体" panose="02010609060101010101" pitchFamily="49" charset="-122"/>
              <a:ea typeface="黑体" panose="02010609060101010101" pitchFamily="49" charset="-122"/>
            </a:endParaRPr>
          </a:p>
        </p:txBody>
      </p:sp>
    </p:spTree>
    <p:extLst>
      <p:ext uri="{BB962C8B-B14F-4D97-AF65-F5344CB8AC3E}">
        <p14:creationId xmlns:p14="http://schemas.microsoft.com/office/powerpoint/2010/main" val="2417547724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176F2A7-D132-85D8-1F6D-733F7E6031D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4985AAC2-D913-FBEA-8CF2-631038C0F7F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zh-CN" dirty="0">
                <a:latin typeface="Times New Roman" panose="02020603050405020304" pitchFamily="18" charset="0"/>
                <a:cs typeface="Times New Roman" panose="02020603050405020304" pitchFamily="18" charset="0"/>
              </a:rPr>
              <a:t>backend.api.server</a:t>
            </a:r>
            <a:r>
              <a:rPr lang="en-US" altLang="zh-CN" dirty="0">
                <a:latin typeface="Times New Roman" panose="02020603050405020304" pitchFamily="18" charset="0"/>
                <a:cs typeface="Times New Roman" panose="02020603050405020304" pitchFamily="18" charset="0"/>
              </a:rPr>
              <a:t>.</a:t>
            </a:r>
            <a:r>
              <a:rPr lang="en-US" altLang="zh-CN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py</a:t>
            </a:r>
            <a:endParaRPr lang="zh-CN" altLang="en-US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3" name="内容占位符 2">
            <a:extLst>
              <a:ext uri="{FF2B5EF4-FFF2-40B4-BE49-F238E27FC236}">
                <a16:creationId xmlns:a16="http://schemas.microsoft.com/office/drawing/2014/main" id="{1A85075A-F855-914F-70FE-4B223EC6ACC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10515600" cy="904992"/>
          </a:xfrm>
        </p:spPr>
        <p:txBody>
          <a:bodyPr>
            <a:normAutofit/>
          </a:bodyPr>
          <a:lstStyle/>
          <a:p>
            <a:r>
              <a:rPr lang="zh-CN" altLang="en-US" dirty="0">
                <a:latin typeface="黑体" panose="02010609060101010101" pitchFamily="49" charset="-122"/>
                <a:ea typeface="黑体" panose="02010609060101010101" pitchFamily="49" charset="-122"/>
              </a:rPr>
              <a:t>后端接口</a:t>
            </a:r>
            <a:endParaRPr lang="en-US" altLang="zh-CN" dirty="0">
              <a:latin typeface="黑体" panose="02010609060101010101" pitchFamily="49" charset="-122"/>
              <a:ea typeface="黑体" panose="02010609060101010101" pitchFamily="49" charset="-122"/>
            </a:endParaRPr>
          </a:p>
          <a:p>
            <a:pPr lvl="1"/>
            <a:r>
              <a:rPr lang="zh-CN" altLang="zh-CN" dirty="0">
                <a:solidFill>
                  <a:schemeClr val="accent6">
                    <a:lumMod val="75000"/>
                  </a:schemeClr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"/api/research"</a:t>
            </a:r>
          </a:p>
          <a:p>
            <a:pPr marL="457200" lvl="1" indent="0">
              <a:buNone/>
            </a:pPr>
            <a:endParaRPr lang="zh-CN" altLang="en-US" dirty="0">
              <a:latin typeface="黑体" panose="02010609060101010101" pitchFamily="49" charset="-122"/>
              <a:ea typeface="黑体" panose="02010609060101010101" pitchFamily="49" charset="-122"/>
            </a:endParaRPr>
          </a:p>
        </p:txBody>
      </p:sp>
      <p:sp>
        <p:nvSpPr>
          <p:cNvPr id="5" name="矩形: 圆角 4">
            <a:extLst>
              <a:ext uri="{FF2B5EF4-FFF2-40B4-BE49-F238E27FC236}">
                <a16:creationId xmlns:a16="http://schemas.microsoft.com/office/drawing/2014/main" id="{26CCAB72-DFAC-B648-77CC-B19C997ECF7B}"/>
              </a:ext>
            </a:extLst>
          </p:cNvPr>
          <p:cNvSpPr/>
          <p:nvPr/>
        </p:nvSpPr>
        <p:spPr>
          <a:xfrm>
            <a:off x="7845654" y="230188"/>
            <a:ext cx="873984" cy="293012"/>
          </a:xfrm>
          <a:prstGeom prst="round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zh-CN" alt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开始</a:t>
            </a:r>
          </a:p>
        </p:txBody>
      </p:sp>
      <p:sp>
        <p:nvSpPr>
          <p:cNvPr id="11" name="矩形 10">
            <a:extLst>
              <a:ext uri="{FF2B5EF4-FFF2-40B4-BE49-F238E27FC236}">
                <a16:creationId xmlns:a16="http://schemas.microsoft.com/office/drawing/2014/main" id="{7962826C-584F-EAEC-062B-607E7C7B6A50}"/>
              </a:ext>
            </a:extLst>
          </p:cNvPr>
          <p:cNvSpPr/>
          <p:nvPr/>
        </p:nvSpPr>
        <p:spPr>
          <a:xfrm>
            <a:off x="7848179" y="796574"/>
            <a:ext cx="871459" cy="310369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CN" dirty="0">
                <a:latin typeface="Times New Roman" panose="02020603050405020304" pitchFamily="18" charset="0"/>
                <a:cs typeface="Times New Roman" panose="02020603050405020304" pitchFamily="18" charset="0"/>
              </a:rPr>
              <a:t>request</a:t>
            </a:r>
            <a:endParaRPr lang="zh-CN" altLang="en-US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cxnSp>
        <p:nvCxnSpPr>
          <p:cNvPr id="18" name="直接箭头连接符 17">
            <a:extLst>
              <a:ext uri="{FF2B5EF4-FFF2-40B4-BE49-F238E27FC236}">
                <a16:creationId xmlns:a16="http://schemas.microsoft.com/office/drawing/2014/main" id="{D7EC8361-1AB2-71BE-7162-B86CA8960EB4}"/>
              </a:ext>
            </a:extLst>
          </p:cNvPr>
          <p:cNvCxnSpPr>
            <a:stCxn id="5" idx="2"/>
            <a:endCxn id="11" idx="0"/>
          </p:cNvCxnSpPr>
          <p:nvPr/>
        </p:nvCxnSpPr>
        <p:spPr>
          <a:xfrm>
            <a:off x="8282646" y="523200"/>
            <a:ext cx="1263" cy="273374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20" name="流程图: 决策 19">
            <a:extLst>
              <a:ext uri="{FF2B5EF4-FFF2-40B4-BE49-F238E27FC236}">
                <a16:creationId xmlns:a16="http://schemas.microsoft.com/office/drawing/2014/main" id="{FE1D065E-13DD-1C7D-CF69-05441202D0CB}"/>
              </a:ext>
            </a:extLst>
          </p:cNvPr>
          <p:cNvSpPr/>
          <p:nvPr/>
        </p:nvSpPr>
        <p:spPr>
          <a:xfrm>
            <a:off x="7615317" y="1395473"/>
            <a:ext cx="1334658" cy="489412"/>
          </a:xfrm>
          <a:prstGeom prst="flowChartDecision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CN" sz="105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conv_id</a:t>
            </a:r>
            <a:endParaRPr lang="zh-CN" altLang="en-US" sz="105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cxnSp>
        <p:nvCxnSpPr>
          <p:cNvPr id="25" name="直接箭头连接符 24">
            <a:extLst>
              <a:ext uri="{FF2B5EF4-FFF2-40B4-BE49-F238E27FC236}">
                <a16:creationId xmlns:a16="http://schemas.microsoft.com/office/drawing/2014/main" id="{F2CE90F7-6C09-E9C4-9F5A-53CA17ED5446}"/>
              </a:ext>
            </a:extLst>
          </p:cNvPr>
          <p:cNvCxnSpPr>
            <a:stCxn id="11" idx="2"/>
            <a:endCxn id="20" idx="0"/>
          </p:cNvCxnSpPr>
          <p:nvPr/>
        </p:nvCxnSpPr>
        <p:spPr>
          <a:xfrm flipH="1">
            <a:off x="8282646" y="1106943"/>
            <a:ext cx="1263" cy="28853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27" name="直接箭头连接符 26">
            <a:extLst>
              <a:ext uri="{FF2B5EF4-FFF2-40B4-BE49-F238E27FC236}">
                <a16:creationId xmlns:a16="http://schemas.microsoft.com/office/drawing/2014/main" id="{9F3BBF55-61AB-35D9-9727-B68817CF5DF8}"/>
              </a:ext>
            </a:extLst>
          </p:cNvPr>
          <p:cNvCxnSpPr>
            <a:cxnSpLocks/>
            <a:stCxn id="20" idx="2"/>
            <a:endCxn id="31" idx="0"/>
          </p:cNvCxnSpPr>
          <p:nvPr/>
        </p:nvCxnSpPr>
        <p:spPr>
          <a:xfrm>
            <a:off x="8282646" y="1884885"/>
            <a:ext cx="1263" cy="35418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31" name="矩形 30">
            <a:extLst>
              <a:ext uri="{FF2B5EF4-FFF2-40B4-BE49-F238E27FC236}">
                <a16:creationId xmlns:a16="http://schemas.microsoft.com/office/drawing/2014/main" id="{ACC61437-38AD-D389-87A9-E7CDCD75E73D}"/>
              </a:ext>
            </a:extLst>
          </p:cNvPr>
          <p:cNvSpPr/>
          <p:nvPr/>
        </p:nvSpPr>
        <p:spPr>
          <a:xfrm>
            <a:off x="7848179" y="2239065"/>
            <a:ext cx="871459" cy="310369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CN" dirty="0">
                <a:latin typeface="Times New Roman" panose="02020603050405020304" pitchFamily="18" charset="0"/>
                <a:cs typeface="Times New Roman" panose="02020603050405020304" pitchFamily="18" charset="0"/>
              </a:rPr>
              <a:t>new</a:t>
            </a:r>
            <a:endParaRPr lang="zh-CN" altLang="en-US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37" name="文本框 36">
            <a:extLst>
              <a:ext uri="{FF2B5EF4-FFF2-40B4-BE49-F238E27FC236}">
                <a16:creationId xmlns:a16="http://schemas.microsoft.com/office/drawing/2014/main" id="{6EFAAA41-5F40-8983-D8D6-0B17D62F03EE}"/>
              </a:ext>
            </a:extLst>
          </p:cNvPr>
          <p:cNvSpPr txBox="1"/>
          <p:nvPr/>
        </p:nvSpPr>
        <p:spPr>
          <a:xfrm>
            <a:off x="8282646" y="1888605"/>
            <a:ext cx="330903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1600" dirty="0">
                <a:latin typeface="黑体" panose="02010609060101010101" pitchFamily="49" charset="-122"/>
                <a:ea typeface="黑体" panose="02010609060101010101" pitchFamily="49" charset="-122"/>
              </a:rPr>
              <a:t>否</a:t>
            </a:r>
          </a:p>
        </p:txBody>
      </p:sp>
      <p:cxnSp>
        <p:nvCxnSpPr>
          <p:cNvPr id="39" name="连接符: 肘形 38">
            <a:extLst>
              <a:ext uri="{FF2B5EF4-FFF2-40B4-BE49-F238E27FC236}">
                <a16:creationId xmlns:a16="http://schemas.microsoft.com/office/drawing/2014/main" id="{AB0E3122-F4BD-F45C-0E8B-DB8DD758588D}"/>
              </a:ext>
            </a:extLst>
          </p:cNvPr>
          <p:cNvCxnSpPr>
            <a:stCxn id="20" idx="3"/>
          </p:cNvCxnSpPr>
          <p:nvPr/>
        </p:nvCxnSpPr>
        <p:spPr>
          <a:xfrm>
            <a:off x="8949975" y="1640179"/>
            <a:ext cx="1113477" cy="637942"/>
          </a:xfrm>
          <a:prstGeom prst="bentConnector3">
            <a:avLst>
              <a:gd name="adj1" fmla="val 99454"/>
            </a:avLst>
          </a:prstGeom>
          <a:ln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3" name="文本框 42">
            <a:extLst>
              <a:ext uri="{FF2B5EF4-FFF2-40B4-BE49-F238E27FC236}">
                <a16:creationId xmlns:a16="http://schemas.microsoft.com/office/drawing/2014/main" id="{92526802-DFD4-4500-6708-0A976A734947}"/>
              </a:ext>
            </a:extLst>
          </p:cNvPr>
          <p:cNvSpPr txBox="1"/>
          <p:nvPr/>
        </p:nvSpPr>
        <p:spPr>
          <a:xfrm>
            <a:off x="9653403" y="1301625"/>
            <a:ext cx="330903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1600" dirty="0">
                <a:latin typeface="黑体" panose="02010609060101010101" pitchFamily="49" charset="-122"/>
                <a:ea typeface="黑体" panose="02010609060101010101" pitchFamily="49" charset="-122"/>
              </a:rPr>
              <a:t>是</a:t>
            </a:r>
          </a:p>
        </p:txBody>
      </p:sp>
      <p:sp>
        <p:nvSpPr>
          <p:cNvPr id="47" name="矩形 46">
            <a:extLst>
              <a:ext uri="{FF2B5EF4-FFF2-40B4-BE49-F238E27FC236}">
                <a16:creationId xmlns:a16="http://schemas.microsoft.com/office/drawing/2014/main" id="{15A66AC4-F71F-8B17-5C39-A27F52DC9B71}"/>
              </a:ext>
            </a:extLst>
          </p:cNvPr>
          <p:cNvSpPr/>
          <p:nvPr/>
        </p:nvSpPr>
        <p:spPr>
          <a:xfrm>
            <a:off x="9627722" y="2290849"/>
            <a:ext cx="871459" cy="310369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CN" sz="9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query-</a:t>
            </a:r>
            <a:r>
              <a:rPr lang="en-US" altLang="zh-CN" sz="9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conv_id</a:t>
            </a:r>
            <a:endParaRPr lang="zh-CN" altLang="en-US" sz="9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cxnSp>
        <p:nvCxnSpPr>
          <p:cNvPr id="52" name="直接箭头连接符 51">
            <a:extLst>
              <a:ext uri="{FF2B5EF4-FFF2-40B4-BE49-F238E27FC236}">
                <a16:creationId xmlns:a16="http://schemas.microsoft.com/office/drawing/2014/main" id="{987637F0-6056-0957-BC61-30FACD3A4217}"/>
              </a:ext>
            </a:extLst>
          </p:cNvPr>
          <p:cNvCxnSpPr>
            <a:stCxn id="31" idx="2"/>
          </p:cNvCxnSpPr>
          <p:nvPr/>
        </p:nvCxnSpPr>
        <p:spPr>
          <a:xfrm flipH="1">
            <a:off x="8282646" y="2549434"/>
            <a:ext cx="1263" cy="512038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56" name="连接符: 肘形 55">
            <a:extLst>
              <a:ext uri="{FF2B5EF4-FFF2-40B4-BE49-F238E27FC236}">
                <a16:creationId xmlns:a16="http://schemas.microsoft.com/office/drawing/2014/main" id="{D1BBACB9-0967-7ED0-A536-35A5F111FBF6}"/>
              </a:ext>
            </a:extLst>
          </p:cNvPr>
          <p:cNvCxnSpPr>
            <a:cxnSpLocks/>
            <a:stCxn id="47" idx="2"/>
          </p:cNvCxnSpPr>
          <p:nvPr/>
        </p:nvCxnSpPr>
        <p:spPr>
          <a:xfrm rot="5400000">
            <a:off x="9040880" y="1842984"/>
            <a:ext cx="264338" cy="1780806"/>
          </a:xfrm>
          <a:prstGeom prst="bentConnector2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59" name="矩形 58">
            <a:extLst>
              <a:ext uri="{FF2B5EF4-FFF2-40B4-BE49-F238E27FC236}">
                <a16:creationId xmlns:a16="http://schemas.microsoft.com/office/drawing/2014/main" id="{F0706197-B914-01A7-0565-27C8E0BE56DD}"/>
              </a:ext>
            </a:extLst>
          </p:cNvPr>
          <p:cNvSpPr/>
          <p:nvPr/>
        </p:nvSpPr>
        <p:spPr>
          <a:xfrm>
            <a:off x="7788188" y="3075592"/>
            <a:ext cx="988915" cy="323097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CN" sz="16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user_msg</a:t>
            </a:r>
            <a:endParaRPr lang="zh-CN" altLang="en-US" sz="16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60" name="矩形 59">
            <a:extLst>
              <a:ext uri="{FF2B5EF4-FFF2-40B4-BE49-F238E27FC236}">
                <a16:creationId xmlns:a16="http://schemas.microsoft.com/office/drawing/2014/main" id="{98EE0B36-C881-33BF-CD06-6A0278EAE1DD}"/>
              </a:ext>
            </a:extLst>
          </p:cNvPr>
          <p:cNvSpPr/>
          <p:nvPr/>
        </p:nvSpPr>
        <p:spPr>
          <a:xfrm>
            <a:off x="7788188" y="3728510"/>
            <a:ext cx="988915" cy="323098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CN" dirty="0">
                <a:latin typeface="Times New Roman" panose="02020603050405020304" pitchFamily="18" charset="0"/>
                <a:cs typeface="Times New Roman" panose="02020603050405020304" pitchFamily="18" charset="0"/>
              </a:rPr>
              <a:t>record</a:t>
            </a:r>
            <a:endParaRPr lang="zh-CN" altLang="en-US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cxnSp>
        <p:nvCxnSpPr>
          <p:cNvPr id="62" name="直接箭头连接符 61">
            <a:extLst>
              <a:ext uri="{FF2B5EF4-FFF2-40B4-BE49-F238E27FC236}">
                <a16:creationId xmlns:a16="http://schemas.microsoft.com/office/drawing/2014/main" id="{D9C8A978-B696-97A1-CB56-47DC01F6CB99}"/>
              </a:ext>
            </a:extLst>
          </p:cNvPr>
          <p:cNvCxnSpPr>
            <a:cxnSpLocks/>
            <a:stCxn id="59" idx="2"/>
            <a:endCxn id="60" idx="0"/>
          </p:cNvCxnSpPr>
          <p:nvPr/>
        </p:nvCxnSpPr>
        <p:spPr>
          <a:xfrm>
            <a:off x="8282646" y="3398689"/>
            <a:ext cx="0" cy="329821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66" name="矩形 65">
            <a:extLst>
              <a:ext uri="{FF2B5EF4-FFF2-40B4-BE49-F238E27FC236}">
                <a16:creationId xmlns:a16="http://schemas.microsoft.com/office/drawing/2014/main" id="{817E4C5B-0914-3FB9-7A2E-07E380EA7650}"/>
              </a:ext>
            </a:extLst>
          </p:cNvPr>
          <p:cNvSpPr/>
          <p:nvPr/>
        </p:nvSpPr>
        <p:spPr>
          <a:xfrm>
            <a:off x="7788188" y="4381429"/>
            <a:ext cx="988915" cy="383947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zh-CN" altLang="zh-CN" sz="7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StreamingResponse</a:t>
            </a:r>
          </a:p>
        </p:txBody>
      </p:sp>
      <p:sp>
        <p:nvSpPr>
          <p:cNvPr id="67" name="矩形 66">
            <a:extLst>
              <a:ext uri="{FF2B5EF4-FFF2-40B4-BE49-F238E27FC236}">
                <a16:creationId xmlns:a16="http://schemas.microsoft.com/office/drawing/2014/main" id="{0E070F54-61E4-5BA3-40F3-1B4041199629}"/>
              </a:ext>
            </a:extLst>
          </p:cNvPr>
          <p:cNvSpPr/>
          <p:nvPr/>
        </p:nvSpPr>
        <p:spPr>
          <a:xfrm>
            <a:off x="9568994" y="4381429"/>
            <a:ext cx="988915" cy="383947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zh-CN" altLang="zh-CN" sz="11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event_stream()</a:t>
            </a:r>
          </a:p>
        </p:txBody>
      </p:sp>
      <p:cxnSp>
        <p:nvCxnSpPr>
          <p:cNvPr id="69" name="直接箭头连接符 68">
            <a:extLst>
              <a:ext uri="{FF2B5EF4-FFF2-40B4-BE49-F238E27FC236}">
                <a16:creationId xmlns:a16="http://schemas.microsoft.com/office/drawing/2014/main" id="{BD27C18F-A692-9AB7-9C57-513838AAE463}"/>
              </a:ext>
            </a:extLst>
          </p:cNvPr>
          <p:cNvCxnSpPr>
            <a:stCxn id="60" idx="2"/>
            <a:endCxn id="66" idx="0"/>
          </p:cNvCxnSpPr>
          <p:nvPr/>
        </p:nvCxnSpPr>
        <p:spPr>
          <a:xfrm>
            <a:off x="8282646" y="4051608"/>
            <a:ext cx="0" cy="329821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71" name="直接连接符 70">
            <a:extLst>
              <a:ext uri="{FF2B5EF4-FFF2-40B4-BE49-F238E27FC236}">
                <a16:creationId xmlns:a16="http://schemas.microsoft.com/office/drawing/2014/main" id="{B3A9EFC9-77FE-03A6-8758-DC0AFAA7A505}"/>
              </a:ext>
            </a:extLst>
          </p:cNvPr>
          <p:cNvCxnSpPr>
            <a:stCxn id="66" idx="3"/>
            <a:endCxn id="67" idx="1"/>
          </p:cNvCxnSpPr>
          <p:nvPr/>
        </p:nvCxnSpPr>
        <p:spPr>
          <a:xfrm>
            <a:off x="8777103" y="4573403"/>
            <a:ext cx="791891" cy="0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055576132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椭圆 2">
            <a:extLst>
              <a:ext uri="{FF2B5EF4-FFF2-40B4-BE49-F238E27FC236}">
                <a16:creationId xmlns:a16="http://schemas.microsoft.com/office/drawing/2014/main" id="{1E098B21-72A6-546C-B931-6C0DF5E4FC66}"/>
              </a:ext>
            </a:extLst>
          </p:cNvPr>
          <p:cNvSpPr/>
          <p:nvPr/>
        </p:nvSpPr>
        <p:spPr>
          <a:xfrm>
            <a:off x="3406683" y="4115642"/>
            <a:ext cx="399098" cy="399098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CN" dirty="0">
                <a:latin typeface="Times New Roman" panose="02020603050405020304" pitchFamily="18" charset="0"/>
                <a:cs typeface="Times New Roman" panose="02020603050405020304" pitchFamily="18" charset="0"/>
              </a:rPr>
              <a:t>P</a:t>
            </a:r>
            <a:endParaRPr lang="zh-CN" altLang="en-US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22" name="椭圆 21">
            <a:extLst>
              <a:ext uri="{FF2B5EF4-FFF2-40B4-BE49-F238E27FC236}">
                <a16:creationId xmlns:a16="http://schemas.microsoft.com/office/drawing/2014/main" id="{064A423C-63F8-5FEF-6E57-8CA5FBB6AA69}"/>
              </a:ext>
            </a:extLst>
          </p:cNvPr>
          <p:cNvSpPr/>
          <p:nvPr/>
        </p:nvSpPr>
        <p:spPr>
          <a:xfrm>
            <a:off x="4390967" y="4115642"/>
            <a:ext cx="399098" cy="399098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CN" dirty="0">
                <a:latin typeface="Times New Roman" panose="02020603050405020304" pitchFamily="18" charset="0"/>
                <a:cs typeface="Times New Roman" panose="02020603050405020304" pitchFamily="18" charset="0"/>
              </a:rPr>
              <a:t>S</a:t>
            </a:r>
            <a:endParaRPr lang="zh-CN" altLang="en-US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26" name="椭圆 25">
            <a:extLst>
              <a:ext uri="{FF2B5EF4-FFF2-40B4-BE49-F238E27FC236}">
                <a16:creationId xmlns:a16="http://schemas.microsoft.com/office/drawing/2014/main" id="{D6F675BC-C572-ADA4-F9EB-AC6BFCDDA745}"/>
              </a:ext>
            </a:extLst>
          </p:cNvPr>
          <p:cNvSpPr/>
          <p:nvPr/>
        </p:nvSpPr>
        <p:spPr>
          <a:xfrm>
            <a:off x="6357039" y="5007306"/>
            <a:ext cx="399098" cy="399098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CN" dirty="0">
                <a:latin typeface="Times New Roman" panose="02020603050405020304" pitchFamily="18" charset="0"/>
                <a:cs typeface="Times New Roman" panose="02020603050405020304" pitchFamily="18" charset="0"/>
              </a:rPr>
              <a:t>A</a:t>
            </a:r>
            <a:endParaRPr lang="zh-CN" altLang="en-US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28" name="椭圆 27">
            <a:extLst>
              <a:ext uri="{FF2B5EF4-FFF2-40B4-BE49-F238E27FC236}">
                <a16:creationId xmlns:a16="http://schemas.microsoft.com/office/drawing/2014/main" id="{78991D6F-320E-CC61-8626-ECF5E9F9BFF1}"/>
              </a:ext>
            </a:extLst>
          </p:cNvPr>
          <p:cNvSpPr/>
          <p:nvPr/>
        </p:nvSpPr>
        <p:spPr>
          <a:xfrm>
            <a:off x="7318582" y="5406404"/>
            <a:ext cx="399098" cy="399098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CN" dirty="0">
                <a:latin typeface="Times New Roman" panose="02020603050405020304" pitchFamily="18" charset="0"/>
                <a:cs typeface="Times New Roman" panose="02020603050405020304" pitchFamily="18" charset="0"/>
              </a:rPr>
              <a:t>C</a:t>
            </a:r>
            <a:endParaRPr lang="zh-CN" altLang="en-US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32" name="椭圆 31">
            <a:extLst>
              <a:ext uri="{FF2B5EF4-FFF2-40B4-BE49-F238E27FC236}">
                <a16:creationId xmlns:a16="http://schemas.microsoft.com/office/drawing/2014/main" id="{8B93F770-5143-26E2-6C72-67D12AFB1112}"/>
              </a:ext>
            </a:extLst>
          </p:cNvPr>
          <p:cNvSpPr/>
          <p:nvPr/>
        </p:nvSpPr>
        <p:spPr>
          <a:xfrm>
            <a:off x="8409782" y="5406404"/>
            <a:ext cx="399098" cy="399098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CN" dirty="0">
                <a:latin typeface="Times New Roman" panose="02020603050405020304" pitchFamily="18" charset="0"/>
                <a:cs typeface="Times New Roman" panose="02020603050405020304" pitchFamily="18" charset="0"/>
              </a:rPr>
              <a:t>E</a:t>
            </a:r>
            <a:endParaRPr lang="zh-CN" altLang="en-US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34" name="椭圆 33">
            <a:extLst>
              <a:ext uri="{FF2B5EF4-FFF2-40B4-BE49-F238E27FC236}">
                <a16:creationId xmlns:a16="http://schemas.microsoft.com/office/drawing/2014/main" id="{59DD64CA-00CE-F260-ECFC-DF46A833F3F6}"/>
              </a:ext>
            </a:extLst>
          </p:cNvPr>
          <p:cNvSpPr/>
          <p:nvPr/>
        </p:nvSpPr>
        <p:spPr>
          <a:xfrm>
            <a:off x="9385653" y="4161199"/>
            <a:ext cx="399098" cy="399098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CN" dirty="0">
                <a:latin typeface="Times New Roman" panose="02020603050405020304" pitchFamily="18" charset="0"/>
                <a:cs typeface="Times New Roman" panose="02020603050405020304" pitchFamily="18" charset="0"/>
              </a:rPr>
              <a:t>T</a:t>
            </a:r>
            <a:endParaRPr lang="zh-CN" altLang="en-US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37" name="椭圆 36">
            <a:extLst>
              <a:ext uri="{FF2B5EF4-FFF2-40B4-BE49-F238E27FC236}">
                <a16:creationId xmlns:a16="http://schemas.microsoft.com/office/drawing/2014/main" id="{3B46563C-AC17-6171-A955-89A556325BE8}"/>
              </a:ext>
            </a:extLst>
          </p:cNvPr>
          <p:cNvSpPr/>
          <p:nvPr/>
        </p:nvSpPr>
        <p:spPr>
          <a:xfrm>
            <a:off x="5349997" y="4608208"/>
            <a:ext cx="399098" cy="399098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CN" dirty="0">
                <a:latin typeface="Times New Roman" panose="02020603050405020304" pitchFamily="18" charset="0"/>
                <a:cs typeface="Times New Roman" panose="02020603050405020304" pitchFamily="18" charset="0"/>
              </a:rPr>
              <a:t>R</a:t>
            </a:r>
            <a:endParaRPr lang="zh-CN" altLang="en-US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cxnSp>
        <p:nvCxnSpPr>
          <p:cNvPr id="41" name="直接箭头连接符 40">
            <a:extLst>
              <a:ext uri="{FF2B5EF4-FFF2-40B4-BE49-F238E27FC236}">
                <a16:creationId xmlns:a16="http://schemas.microsoft.com/office/drawing/2014/main" id="{05159BF7-466A-1F3F-DA33-D0775E5CBD69}"/>
              </a:ext>
            </a:extLst>
          </p:cNvPr>
          <p:cNvCxnSpPr>
            <a:cxnSpLocks/>
            <a:endCxn id="3" idx="2"/>
          </p:cNvCxnSpPr>
          <p:nvPr/>
        </p:nvCxnSpPr>
        <p:spPr>
          <a:xfrm flipV="1">
            <a:off x="2960433" y="4315191"/>
            <a:ext cx="446250" cy="1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43" name="直接箭头连接符 42">
            <a:extLst>
              <a:ext uri="{FF2B5EF4-FFF2-40B4-BE49-F238E27FC236}">
                <a16:creationId xmlns:a16="http://schemas.microsoft.com/office/drawing/2014/main" id="{F89DA15A-ACDB-D1BF-295E-FF2CBDB2DA48}"/>
              </a:ext>
            </a:extLst>
          </p:cNvPr>
          <p:cNvCxnSpPr>
            <a:stCxn id="3" idx="6"/>
            <a:endCxn id="22" idx="2"/>
          </p:cNvCxnSpPr>
          <p:nvPr/>
        </p:nvCxnSpPr>
        <p:spPr>
          <a:xfrm>
            <a:off x="3805781" y="4315191"/>
            <a:ext cx="585186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45" name="直接箭头连接符 44">
            <a:extLst>
              <a:ext uri="{FF2B5EF4-FFF2-40B4-BE49-F238E27FC236}">
                <a16:creationId xmlns:a16="http://schemas.microsoft.com/office/drawing/2014/main" id="{820B7AD2-78CC-53D3-B33B-FD1547DE37A0}"/>
              </a:ext>
            </a:extLst>
          </p:cNvPr>
          <p:cNvCxnSpPr>
            <a:cxnSpLocks/>
            <a:stCxn id="22" idx="6"/>
            <a:endCxn id="34" idx="2"/>
          </p:cNvCxnSpPr>
          <p:nvPr/>
        </p:nvCxnSpPr>
        <p:spPr>
          <a:xfrm>
            <a:off x="4790065" y="4315191"/>
            <a:ext cx="4595588" cy="45557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47" name="文本框 46">
            <a:extLst>
              <a:ext uri="{FF2B5EF4-FFF2-40B4-BE49-F238E27FC236}">
                <a16:creationId xmlns:a16="http://schemas.microsoft.com/office/drawing/2014/main" id="{E4251425-22C8-E566-B32D-18CE09177DFF}"/>
              </a:ext>
            </a:extLst>
          </p:cNvPr>
          <p:cNvSpPr txBox="1"/>
          <p:nvPr/>
        </p:nvSpPr>
        <p:spPr>
          <a:xfrm>
            <a:off x="6809134" y="4024588"/>
            <a:ext cx="21134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dirty="0">
                <a:latin typeface="Times New Roman" panose="02020603050405020304" pitchFamily="18" charset="0"/>
                <a:cs typeface="Times New Roman" panose="02020603050405020304" pitchFamily="18" charset="0"/>
              </a:rPr>
              <a:t>N</a:t>
            </a:r>
            <a:endParaRPr lang="zh-CN" altLang="en-US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cxnSp>
        <p:nvCxnSpPr>
          <p:cNvPr id="49" name="直接箭头连接符 48">
            <a:extLst>
              <a:ext uri="{FF2B5EF4-FFF2-40B4-BE49-F238E27FC236}">
                <a16:creationId xmlns:a16="http://schemas.microsoft.com/office/drawing/2014/main" id="{9C6E95B5-08AC-653C-952F-D148FB8C19DE}"/>
              </a:ext>
            </a:extLst>
          </p:cNvPr>
          <p:cNvCxnSpPr>
            <a:stCxn id="22" idx="6"/>
          </p:cNvCxnSpPr>
          <p:nvPr/>
        </p:nvCxnSpPr>
        <p:spPr>
          <a:xfrm>
            <a:off x="4790065" y="4315191"/>
            <a:ext cx="559932" cy="448784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50" name="文本框 49">
            <a:extLst>
              <a:ext uri="{FF2B5EF4-FFF2-40B4-BE49-F238E27FC236}">
                <a16:creationId xmlns:a16="http://schemas.microsoft.com/office/drawing/2014/main" id="{AA6B8D3B-E44E-BEB7-04CD-96A2A164D858}"/>
              </a:ext>
            </a:extLst>
          </p:cNvPr>
          <p:cNvSpPr txBox="1"/>
          <p:nvPr/>
        </p:nvSpPr>
        <p:spPr>
          <a:xfrm>
            <a:off x="4790065" y="4438425"/>
            <a:ext cx="19197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dirty="0">
                <a:latin typeface="Times New Roman" panose="02020603050405020304" pitchFamily="18" charset="0"/>
                <a:cs typeface="Times New Roman" panose="02020603050405020304" pitchFamily="18" charset="0"/>
              </a:rPr>
              <a:t>Y</a:t>
            </a:r>
            <a:endParaRPr lang="zh-CN" altLang="en-US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cxnSp>
        <p:nvCxnSpPr>
          <p:cNvPr id="52" name="直接箭头连接符 51">
            <a:extLst>
              <a:ext uri="{FF2B5EF4-FFF2-40B4-BE49-F238E27FC236}">
                <a16:creationId xmlns:a16="http://schemas.microsoft.com/office/drawing/2014/main" id="{E11E754C-B78B-78E9-B16F-AD9032D2BD2F}"/>
              </a:ext>
            </a:extLst>
          </p:cNvPr>
          <p:cNvCxnSpPr>
            <a:stCxn id="37" idx="6"/>
            <a:endCxn id="26" idx="2"/>
          </p:cNvCxnSpPr>
          <p:nvPr/>
        </p:nvCxnSpPr>
        <p:spPr>
          <a:xfrm>
            <a:off x="5749095" y="4807757"/>
            <a:ext cx="607944" cy="399098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6" name="连接符: 曲线 55">
            <a:extLst>
              <a:ext uri="{FF2B5EF4-FFF2-40B4-BE49-F238E27FC236}">
                <a16:creationId xmlns:a16="http://schemas.microsoft.com/office/drawing/2014/main" id="{C4BB600F-7520-452D-2AB6-76DEA05CE728}"/>
              </a:ext>
            </a:extLst>
          </p:cNvPr>
          <p:cNvCxnSpPr>
            <a:stCxn id="37" idx="3"/>
            <a:endCxn id="22" idx="3"/>
          </p:cNvCxnSpPr>
          <p:nvPr/>
        </p:nvCxnSpPr>
        <p:spPr>
          <a:xfrm rot="5400000" flipH="1">
            <a:off x="4682646" y="4223061"/>
            <a:ext cx="492566" cy="959030"/>
          </a:xfrm>
          <a:prstGeom prst="curvedConnector3">
            <a:avLst>
              <a:gd name="adj1" fmla="val -58276"/>
            </a:avLst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58" name="文本框 57">
            <a:extLst>
              <a:ext uri="{FF2B5EF4-FFF2-40B4-BE49-F238E27FC236}">
                <a16:creationId xmlns:a16="http://schemas.microsoft.com/office/drawing/2014/main" id="{675E897A-3916-C2F7-ACD6-E9C1CF331BF0}"/>
              </a:ext>
            </a:extLst>
          </p:cNvPr>
          <p:cNvSpPr txBox="1"/>
          <p:nvPr/>
        </p:nvSpPr>
        <p:spPr>
          <a:xfrm>
            <a:off x="4449414" y="5040860"/>
            <a:ext cx="21134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dirty="0">
                <a:latin typeface="Times New Roman" panose="02020603050405020304" pitchFamily="18" charset="0"/>
                <a:cs typeface="Times New Roman" panose="02020603050405020304" pitchFamily="18" charset="0"/>
              </a:rPr>
              <a:t>N</a:t>
            </a:r>
            <a:endParaRPr lang="zh-CN" altLang="en-US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60" name="文本框 59">
            <a:extLst>
              <a:ext uri="{FF2B5EF4-FFF2-40B4-BE49-F238E27FC236}">
                <a16:creationId xmlns:a16="http://schemas.microsoft.com/office/drawing/2014/main" id="{789995C0-5B4F-F471-0E36-710A67DA6908}"/>
              </a:ext>
            </a:extLst>
          </p:cNvPr>
          <p:cNvSpPr txBox="1"/>
          <p:nvPr/>
        </p:nvSpPr>
        <p:spPr>
          <a:xfrm>
            <a:off x="5786489" y="4937298"/>
            <a:ext cx="19197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dirty="0">
                <a:latin typeface="Times New Roman" panose="02020603050405020304" pitchFamily="18" charset="0"/>
                <a:cs typeface="Times New Roman" panose="02020603050405020304" pitchFamily="18" charset="0"/>
              </a:rPr>
              <a:t>Y</a:t>
            </a:r>
            <a:endParaRPr lang="zh-CN" altLang="en-US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cxnSp>
        <p:nvCxnSpPr>
          <p:cNvPr id="62" name="直接箭头连接符 61">
            <a:extLst>
              <a:ext uri="{FF2B5EF4-FFF2-40B4-BE49-F238E27FC236}">
                <a16:creationId xmlns:a16="http://schemas.microsoft.com/office/drawing/2014/main" id="{576C959E-C10A-0EA1-7013-D2AB3D19CF5F}"/>
              </a:ext>
            </a:extLst>
          </p:cNvPr>
          <p:cNvCxnSpPr>
            <a:stCxn id="26" idx="6"/>
            <a:endCxn id="28" idx="2"/>
          </p:cNvCxnSpPr>
          <p:nvPr/>
        </p:nvCxnSpPr>
        <p:spPr>
          <a:xfrm>
            <a:off x="6756137" y="5206855"/>
            <a:ext cx="562445" cy="399098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65" name="文本框 64">
            <a:extLst>
              <a:ext uri="{FF2B5EF4-FFF2-40B4-BE49-F238E27FC236}">
                <a16:creationId xmlns:a16="http://schemas.microsoft.com/office/drawing/2014/main" id="{8C8BB4DD-4A4E-17CB-D087-3DCB5B2D2EEE}"/>
              </a:ext>
            </a:extLst>
          </p:cNvPr>
          <p:cNvSpPr txBox="1"/>
          <p:nvPr/>
        </p:nvSpPr>
        <p:spPr>
          <a:xfrm>
            <a:off x="6763712" y="5406404"/>
            <a:ext cx="19197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dirty="0">
                <a:latin typeface="Times New Roman" panose="02020603050405020304" pitchFamily="18" charset="0"/>
                <a:cs typeface="Times New Roman" panose="02020603050405020304" pitchFamily="18" charset="0"/>
              </a:rPr>
              <a:t>Y</a:t>
            </a:r>
            <a:endParaRPr lang="zh-CN" altLang="en-US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cxnSp>
        <p:nvCxnSpPr>
          <p:cNvPr id="69" name="直接箭头连接符 68">
            <a:extLst>
              <a:ext uri="{FF2B5EF4-FFF2-40B4-BE49-F238E27FC236}">
                <a16:creationId xmlns:a16="http://schemas.microsoft.com/office/drawing/2014/main" id="{CC3CC12C-4FDB-05AB-F91B-631BFC7233B0}"/>
              </a:ext>
            </a:extLst>
          </p:cNvPr>
          <p:cNvCxnSpPr>
            <a:cxnSpLocks/>
            <a:stCxn id="26" idx="6"/>
            <a:endCxn id="34" idx="2"/>
          </p:cNvCxnSpPr>
          <p:nvPr/>
        </p:nvCxnSpPr>
        <p:spPr>
          <a:xfrm flipV="1">
            <a:off x="6756137" y="4360748"/>
            <a:ext cx="2629516" cy="846107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71" name="文本框 70">
            <a:extLst>
              <a:ext uri="{FF2B5EF4-FFF2-40B4-BE49-F238E27FC236}">
                <a16:creationId xmlns:a16="http://schemas.microsoft.com/office/drawing/2014/main" id="{96062B7C-DB01-F8B2-6032-8105DA0ED3BE}"/>
              </a:ext>
            </a:extLst>
          </p:cNvPr>
          <p:cNvSpPr txBox="1"/>
          <p:nvPr/>
        </p:nvSpPr>
        <p:spPr>
          <a:xfrm>
            <a:off x="7518131" y="4599135"/>
            <a:ext cx="21134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dirty="0">
                <a:latin typeface="Times New Roman" panose="02020603050405020304" pitchFamily="18" charset="0"/>
                <a:cs typeface="Times New Roman" panose="02020603050405020304" pitchFamily="18" charset="0"/>
              </a:rPr>
              <a:t>N</a:t>
            </a:r>
            <a:endParaRPr lang="zh-CN" altLang="en-US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cxnSp>
        <p:nvCxnSpPr>
          <p:cNvPr id="74" name="直接箭头连接符 73">
            <a:extLst>
              <a:ext uri="{FF2B5EF4-FFF2-40B4-BE49-F238E27FC236}">
                <a16:creationId xmlns:a16="http://schemas.microsoft.com/office/drawing/2014/main" id="{7D9C37B9-5899-0BCD-36D5-932A86D8E820}"/>
              </a:ext>
            </a:extLst>
          </p:cNvPr>
          <p:cNvCxnSpPr>
            <a:stCxn id="28" idx="6"/>
            <a:endCxn id="32" idx="2"/>
          </p:cNvCxnSpPr>
          <p:nvPr/>
        </p:nvCxnSpPr>
        <p:spPr>
          <a:xfrm>
            <a:off x="7717680" y="5605953"/>
            <a:ext cx="692102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81" name="直接箭头连接符 80">
            <a:extLst>
              <a:ext uri="{FF2B5EF4-FFF2-40B4-BE49-F238E27FC236}">
                <a16:creationId xmlns:a16="http://schemas.microsoft.com/office/drawing/2014/main" id="{75D3194D-1043-CA75-FBA5-AF8E4AFFF009}"/>
              </a:ext>
            </a:extLst>
          </p:cNvPr>
          <p:cNvCxnSpPr>
            <a:stCxn id="32" idx="6"/>
            <a:endCxn id="34" idx="2"/>
          </p:cNvCxnSpPr>
          <p:nvPr/>
        </p:nvCxnSpPr>
        <p:spPr>
          <a:xfrm flipV="1">
            <a:off x="8808880" y="4360748"/>
            <a:ext cx="576773" cy="1245205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85" name="矩形: 圆角 84">
            <a:extLst>
              <a:ext uri="{FF2B5EF4-FFF2-40B4-BE49-F238E27FC236}">
                <a16:creationId xmlns:a16="http://schemas.microsoft.com/office/drawing/2014/main" id="{1FE42D17-B325-FF81-400D-5B58C4DB6276}"/>
              </a:ext>
            </a:extLst>
          </p:cNvPr>
          <p:cNvSpPr/>
          <p:nvPr/>
        </p:nvSpPr>
        <p:spPr>
          <a:xfrm>
            <a:off x="2200112" y="4180776"/>
            <a:ext cx="757790" cy="257649"/>
          </a:xfrm>
          <a:prstGeom prst="round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zh-CN" altLang="en-US" dirty="0">
                <a:latin typeface="黑体" panose="02010609060101010101" pitchFamily="49" charset="-122"/>
                <a:ea typeface="黑体" panose="02010609060101010101" pitchFamily="49" charset="-122"/>
              </a:rPr>
              <a:t>开始</a:t>
            </a:r>
          </a:p>
        </p:txBody>
      </p:sp>
      <p:sp>
        <p:nvSpPr>
          <p:cNvPr id="87" name="矩形: 圆角 86">
            <a:extLst>
              <a:ext uri="{FF2B5EF4-FFF2-40B4-BE49-F238E27FC236}">
                <a16:creationId xmlns:a16="http://schemas.microsoft.com/office/drawing/2014/main" id="{61407099-3BC1-2125-8933-33B28FBC4155}"/>
              </a:ext>
            </a:extLst>
          </p:cNvPr>
          <p:cNvSpPr/>
          <p:nvPr/>
        </p:nvSpPr>
        <p:spPr>
          <a:xfrm>
            <a:off x="10497056" y="4263071"/>
            <a:ext cx="757790" cy="257649"/>
          </a:xfrm>
          <a:prstGeom prst="round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zh-CN" altLang="en-US" dirty="0">
                <a:latin typeface="黑体" panose="02010609060101010101" pitchFamily="49" charset="-122"/>
                <a:ea typeface="黑体" panose="02010609060101010101" pitchFamily="49" charset="-122"/>
              </a:rPr>
              <a:t>结束</a:t>
            </a:r>
          </a:p>
        </p:txBody>
      </p:sp>
      <p:cxnSp>
        <p:nvCxnSpPr>
          <p:cNvPr id="89" name="直接箭头连接符 88">
            <a:extLst>
              <a:ext uri="{FF2B5EF4-FFF2-40B4-BE49-F238E27FC236}">
                <a16:creationId xmlns:a16="http://schemas.microsoft.com/office/drawing/2014/main" id="{0F4C6B29-4021-2FF0-8374-EF62DA79A24F}"/>
              </a:ext>
            </a:extLst>
          </p:cNvPr>
          <p:cNvCxnSpPr>
            <a:stCxn id="34" idx="6"/>
            <a:endCxn id="87" idx="1"/>
          </p:cNvCxnSpPr>
          <p:nvPr/>
        </p:nvCxnSpPr>
        <p:spPr>
          <a:xfrm>
            <a:off x="9784751" y="4360748"/>
            <a:ext cx="712305" cy="31148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2" name="文本框 1">
            <a:extLst>
              <a:ext uri="{FF2B5EF4-FFF2-40B4-BE49-F238E27FC236}">
                <a16:creationId xmlns:a16="http://schemas.microsoft.com/office/drawing/2014/main" id="{A898AF71-C2C1-4091-A6C1-FC80F3E1074A}"/>
              </a:ext>
            </a:extLst>
          </p:cNvPr>
          <p:cNvSpPr txBox="1"/>
          <p:nvPr/>
        </p:nvSpPr>
        <p:spPr>
          <a:xfrm>
            <a:off x="171761" y="189066"/>
            <a:ext cx="2106657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zh-CN" altLang="zh-CN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event_stream()</a:t>
            </a:r>
          </a:p>
        </p:txBody>
      </p:sp>
      <p:sp>
        <p:nvSpPr>
          <p:cNvPr id="4" name="矩形 3">
            <a:extLst>
              <a:ext uri="{FF2B5EF4-FFF2-40B4-BE49-F238E27FC236}">
                <a16:creationId xmlns:a16="http://schemas.microsoft.com/office/drawing/2014/main" id="{D00F54C1-AE43-7D3B-6CCF-122CEF4B745A}"/>
              </a:ext>
            </a:extLst>
          </p:cNvPr>
          <p:cNvSpPr/>
          <p:nvPr/>
        </p:nvSpPr>
        <p:spPr>
          <a:xfrm>
            <a:off x="1041896" y="1497634"/>
            <a:ext cx="1125726" cy="305907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CN" sz="12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event_stream</a:t>
            </a:r>
            <a:r>
              <a:rPr lang="en-US" altLang="zh-CN" sz="1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()</a:t>
            </a:r>
            <a:endParaRPr lang="zh-CN" altLang="en-US" sz="12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5" name="矩形: 圆角 4">
            <a:extLst>
              <a:ext uri="{FF2B5EF4-FFF2-40B4-BE49-F238E27FC236}">
                <a16:creationId xmlns:a16="http://schemas.microsoft.com/office/drawing/2014/main" id="{5C6495D9-CCE9-97DC-1AD6-6DF45F998F4D}"/>
              </a:ext>
            </a:extLst>
          </p:cNvPr>
          <p:cNvSpPr/>
          <p:nvPr/>
        </p:nvSpPr>
        <p:spPr>
          <a:xfrm>
            <a:off x="1041897" y="860974"/>
            <a:ext cx="1125726" cy="305907"/>
          </a:xfrm>
          <a:prstGeom prst="round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CN" altLang="en-US" sz="1400" dirty="0">
                <a:solidFill>
                  <a:schemeClr val="tx1"/>
                </a:solidFill>
                <a:latin typeface="黑体" panose="02010609060101010101" pitchFamily="49" charset="-122"/>
                <a:ea typeface="黑体" panose="02010609060101010101" pitchFamily="49" charset="-122"/>
              </a:rPr>
              <a:t>开始</a:t>
            </a:r>
          </a:p>
        </p:txBody>
      </p:sp>
      <p:cxnSp>
        <p:nvCxnSpPr>
          <p:cNvPr id="9" name="直接箭头连接符 8">
            <a:extLst>
              <a:ext uri="{FF2B5EF4-FFF2-40B4-BE49-F238E27FC236}">
                <a16:creationId xmlns:a16="http://schemas.microsoft.com/office/drawing/2014/main" id="{17CAEE98-50D5-DEFB-781A-2B8FECB1538E}"/>
              </a:ext>
            </a:extLst>
          </p:cNvPr>
          <p:cNvCxnSpPr>
            <a:stCxn id="5" idx="2"/>
            <a:endCxn id="4" idx="0"/>
          </p:cNvCxnSpPr>
          <p:nvPr/>
        </p:nvCxnSpPr>
        <p:spPr>
          <a:xfrm flipH="1">
            <a:off x="1604759" y="1166881"/>
            <a:ext cx="1" cy="330753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10" name="矩形 9">
            <a:extLst>
              <a:ext uri="{FF2B5EF4-FFF2-40B4-BE49-F238E27FC236}">
                <a16:creationId xmlns:a16="http://schemas.microsoft.com/office/drawing/2014/main" id="{116714A3-BA81-C487-9CBD-D3103A0F9349}"/>
              </a:ext>
            </a:extLst>
          </p:cNvPr>
          <p:cNvSpPr/>
          <p:nvPr/>
        </p:nvSpPr>
        <p:spPr>
          <a:xfrm>
            <a:off x="1041896" y="2109612"/>
            <a:ext cx="1125726" cy="305907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zh-CN" altLang="zh-CN" sz="1050" dirty="0">
                <a:latin typeface="Times New Roman" panose="02020603050405020304" pitchFamily="18" charset="0"/>
                <a:cs typeface="Times New Roman" panose="02020603050405020304" pitchFamily="18" charset="0"/>
              </a:rPr>
              <a:t>execute_research</a:t>
            </a:r>
          </a:p>
        </p:txBody>
      </p:sp>
      <p:cxnSp>
        <p:nvCxnSpPr>
          <p:cNvPr id="14" name="直接箭头连接符 13">
            <a:extLst>
              <a:ext uri="{FF2B5EF4-FFF2-40B4-BE49-F238E27FC236}">
                <a16:creationId xmlns:a16="http://schemas.microsoft.com/office/drawing/2014/main" id="{39DB46BD-9972-F867-7A1B-6A5A6DC1E701}"/>
              </a:ext>
            </a:extLst>
          </p:cNvPr>
          <p:cNvCxnSpPr>
            <a:stCxn id="4" idx="2"/>
            <a:endCxn id="10" idx="0"/>
          </p:cNvCxnSpPr>
          <p:nvPr/>
        </p:nvCxnSpPr>
        <p:spPr>
          <a:xfrm>
            <a:off x="1604759" y="1803541"/>
            <a:ext cx="0" cy="306071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16" name="矩形 15">
            <a:extLst>
              <a:ext uri="{FF2B5EF4-FFF2-40B4-BE49-F238E27FC236}">
                <a16:creationId xmlns:a16="http://schemas.microsoft.com/office/drawing/2014/main" id="{4E49145F-76FB-B803-08E2-D9BAC54E3FA1}"/>
              </a:ext>
            </a:extLst>
          </p:cNvPr>
          <p:cNvSpPr/>
          <p:nvPr/>
        </p:nvSpPr>
        <p:spPr>
          <a:xfrm>
            <a:off x="1041896" y="2706122"/>
            <a:ext cx="1125726" cy="305907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zh-CN" altLang="zh-CN" sz="7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_graph_run</a:t>
            </a:r>
            <a:r>
              <a:rPr lang="en-US" altLang="zh-CN" sz="7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/</a:t>
            </a:r>
            <a:r>
              <a:rPr lang="zh-CN" altLang="zh-CN" sz="7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run_research</a:t>
            </a:r>
          </a:p>
        </p:txBody>
      </p:sp>
      <p:cxnSp>
        <p:nvCxnSpPr>
          <p:cNvPr id="18" name="直接箭头连接符 17">
            <a:extLst>
              <a:ext uri="{FF2B5EF4-FFF2-40B4-BE49-F238E27FC236}">
                <a16:creationId xmlns:a16="http://schemas.microsoft.com/office/drawing/2014/main" id="{330EA279-888A-6297-D587-C1D4DBAC0744}"/>
              </a:ext>
            </a:extLst>
          </p:cNvPr>
          <p:cNvCxnSpPr>
            <a:stCxn id="10" idx="2"/>
            <a:endCxn id="16" idx="0"/>
          </p:cNvCxnSpPr>
          <p:nvPr/>
        </p:nvCxnSpPr>
        <p:spPr>
          <a:xfrm>
            <a:off x="1604759" y="2415519"/>
            <a:ext cx="0" cy="290603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20" name="矩形 19">
            <a:extLst>
              <a:ext uri="{FF2B5EF4-FFF2-40B4-BE49-F238E27FC236}">
                <a16:creationId xmlns:a16="http://schemas.microsoft.com/office/drawing/2014/main" id="{96DDE5D8-6A16-A2DF-3219-2FF5061EB15E}"/>
              </a:ext>
            </a:extLst>
          </p:cNvPr>
          <p:cNvSpPr/>
          <p:nvPr/>
        </p:nvSpPr>
        <p:spPr>
          <a:xfrm>
            <a:off x="1041896" y="3334276"/>
            <a:ext cx="1125726" cy="305907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zh-CN" altLang="zh-CN" sz="1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graph.stream</a:t>
            </a:r>
            <a:r>
              <a:rPr lang="en-US" altLang="zh-CN" sz="1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()</a:t>
            </a:r>
            <a:endParaRPr lang="zh-CN" altLang="zh-CN" sz="12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cxnSp>
        <p:nvCxnSpPr>
          <p:cNvPr id="27" name="直接箭头连接符 26">
            <a:extLst>
              <a:ext uri="{FF2B5EF4-FFF2-40B4-BE49-F238E27FC236}">
                <a16:creationId xmlns:a16="http://schemas.microsoft.com/office/drawing/2014/main" id="{84A6DB6F-6BA9-73D6-D3F2-C460FB6AB2B6}"/>
              </a:ext>
            </a:extLst>
          </p:cNvPr>
          <p:cNvCxnSpPr>
            <a:stCxn id="16" idx="2"/>
            <a:endCxn id="20" idx="0"/>
          </p:cNvCxnSpPr>
          <p:nvPr/>
        </p:nvCxnSpPr>
        <p:spPr>
          <a:xfrm>
            <a:off x="1604759" y="3012029"/>
            <a:ext cx="0" cy="322247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427432766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BA4A1CF-9C26-9BF9-2214-F714252BDFF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E71C6EAD-D3A6-11CB-BEA5-87AD7E98FB4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zh-CN" dirty="0">
                <a:latin typeface="Times New Roman" panose="02020603050405020304" pitchFamily="18" charset="0"/>
                <a:cs typeface="Times New Roman" panose="02020603050405020304" pitchFamily="18" charset="0"/>
              </a:rPr>
              <a:t>backend.api.server</a:t>
            </a:r>
            <a:r>
              <a:rPr lang="en-US" altLang="zh-CN" dirty="0">
                <a:latin typeface="Times New Roman" panose="02020603050405020304" pitchFamily="18" charset="0"/>
                <a:cs typeface="Times New Roman" panose="02020603050405020304" pitchFamily="18" charset="0"/>
              </a:rPr>
              <a:t>.</a:t>
            </a:r>
            <a:r>
              <a:rPr lang="en-US" altLang="zh-CN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py</a:t>
            </a:r>
            <a:endParaRPr lang="zh-CN" altLang="en-US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3" name="内容占位符 2">
            <a:extLst>
              <a:ext uri="{FF2B5EF4-FFF2-40B4-BE49-F238E27FC236}">
                <a16:creationId xmlns:a16="http://schemas.microsoft.com/office/drawing/2014/main" id="{975A9D7E-2A19-980B-8CFB-B38D3C7CC75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zh-CN" altLang="en-US" dirty="0">
                <a:latin typeface="黑体" panose="02010609060101010101" pitchFamily="49" charset="-122"/>
                <a:ea typeface="黑体" panose="02010609060101010101" pitchFamily="49" charset="-122"/>
              </a:rPr>
              <a:t>后端接口</a:t>
            </a:r>
            <a:endParaRPr lang="en-US" altLang="zh-CN" dirty="0">
              <a:latin typeface="黑体" panose="02010609060101010101" pitchFamily="49" charset="-122"/>
              <a:ea typeface="黑体" panose="02010609060101010101" pitchFamily="49" charset="-122"/>
            </a:endParaRPr>
          </a:p>
          <a:p>
            <a:pPr lvl="1"/>
            <a:r>
              <a:rPr lang="zh-CN" altLang="zh-CN" dirty="0">
                <a:solidFill>
                  <a:schemeClr val="accent6">
                    <a:lumMod val="75000"/>
                  </a:schemeClr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"/api/research/resume"</a:t>
            </a:r>
          </a:p>
          <a:p>
            <a:pPr lvl="1"/>
            <a:endParaRPr lang="zh-CN" altLang="en-US" dirty="0">
              <a:latin typeface="黑体" panose="02010609060101010101" pitchFamily="49" charset="-122"/>
              <a:ea typeface="黑体" panose="02010609060101010101" pitchFamily="49" charset="-122"/>
            </a:endParaRPr>
          </a:p>
        </p:txBody>
      </p:sp>
    </p:spTree>
    <p:extLst>
      <p:ext uri="{BB962C8B-B14F-4D97-AF65-F5344CB8AC3E}">
        <p14:creationId xmlns:p14="http://schemas.microsoft.com/office/powerpoint/2010/main" val="3938504516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ED8EFA7-F048-D0EA-C6C8-7AC4EDEE370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64D38CFC-51B7-3ED3-079A-2F64C656480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zh-CN" dirty="0">
                <a:latin typeface="Times New Roman" panose="02020603050405020304" pitchFamily="18" charset="0"/>
                <a:cs typeface="Times New Roman" panose="02020603050405020304" pitchFamily="18" charset="0"/>
              </a:rPr>
              <a:t>backend.api.server</a:t>
            </a:r>
            <a:r>
              <a:rPr lang="en-US" altLang="zh-CN" dirty="0">
                <a:latin typeface="Times New Roman" panose="02020603050405020304" pitchFamily="18" charset="0"/>
                <a:cs typeface="Times New Roman" panose="02020603050405020304" pitchFamily="18" charset="0"/>
              </a:rPr>
              <a:t>.</a:t>
            </a:r>
            <a:r>
              <a:rPr lang="en-US" altLang="zh-CN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py</a:t>
            </a:r>
            <a:endParaRPr lang="zh-CN" altLang="en-US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3" name="内容占位符 2">
            <a:extLst>
              <a:ext uri="{FF2B5EF4-FFF2-40B4-BE49-F238E27FC236}">
                <a16:creationId xmlns:a16="http://schemas.microsoft.com/office/drawing/2014/main" id="{8EB71D0E-CC76-194B-CC5D-3953DB9D54E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zh-CN" altLang="en-US" dirty="0">
                <a:latin typeface="黑体" panose="02010609060101010101" pitchFamily="49" charset="-122"/>
                <a:ea typeface="黑体" panose="02010609060101010101" pitchFamily="49" charset="-122"/>
              </a:rPr>
              <a:t>后端接口</a:t>
            </a:r>
            <a:endParaRPr lang="en-US" altLang="zh-CN" dirty="0">
              <a:latin typeface="黑体" panose="02010609060101010101" pitchFamily="49" charset="-122"/>
              <a:ea typeface="黑体" panose="02010609060101010101" pitchFamily="49" charset="-122"/>
            </a:endParaRPr>
          </a:p>
          <a:p>
            <a:pPr lvl="1"/>
            <a:r>
              <a:rPr lang="zh-CN" altLang="zh-CN" dirty="0">
                <a:solidFill>
                  <a:schemeClr val="accent6">
                    <a:lumMod val="75000"/>
                  </a:schemeClr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"/api/research/state/{thread_id}"</a:t>
            </a:r>
          </a:p>
          <a:p>
            <a:pPr lvl="2"/>
            <a:r>
              <a:rPr lang="zh-CN" altLang="en-US" dirty="0">
                <a:latin typeface="黑体" panose="02010609060101010101" pitchFamily="49" charset="-122"/>
                <a:ea typeface="黑体" panose="02010609060101010101" pitchFamily="49" charset="-122"/>
              </a:rPr>
              <a:t>查询指定线程当前状态</a:t>
            </a:r>
          </a:p>
        </p:txBody>
      </p:sp>
    </p:spTree>
    <p:extLst>
      <p:ext uri="{BB962C8B-B14F-4D97-AF65-F5344CB8AC3E}">
        <p14:creationId xmlns:p14="http://schemas.microsoft.com/office/powerpoint/2010/main" val="1733340844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B06A39F-03A0-10DC-C268-76B5585CEBA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47A78901-84E2-552A-9169-B1315839D2C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zh-CN" dirty="0">
                <a:latin typeface="Times New Roman" panose="02020603050405020304" pitchFamily="18" charset="0"/>
                <a:cs typeface="Times New Roman" panose="02020603050405020304" pitchFamily="18" charset="0"/>
              </a:rPr>
              <a:t>backend.api.server</a:t>
            </a:r>
            <a:r>
              <a:rPr lang="en-US" altLang="zh-CN" dirty="0">
                <a:latin typeface="Times New Roman" panose="02020603050405020304" pitchFamily="18" charset="0"/>
                <a:cs typeface="Times New Roman" panose="02020603050405020304" pitchFamily="18" charset="0"/>
              </a:rPr>
              <a:t>.</a:t>
            </a:r>
            <a:r>
              <a:rPr lang="en-US" altLang="zh-CN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py</a:t>
            </a:r>
            <a:endParaRPr lang="zh-CN" altLang="en-US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3" name="内容占位符 2">
            <a:extLst>
              <a:ext uri="{FF2B5EF4-FFF2-40B4-BE49-F238E27FC236}">
                <a16:creationId xmlns:a16="http://schemas.microsoft.com/office/drawing/2014/main" id="{00EEAD31-1B91-D6C9-F6D7-668936DF4BA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zh-CN" altLang="en-US" dirty="0">
                <a:latin typeface="黑体" panose="02010609060101010101" pitchFamily="49" charset="-122"/>
                <a:ea typeface="黑体" panose="02010609060101010101" pitchFamily="49" charset="-122"/>
              </a:rPr>
              <a:t>后端接口</a:t>
            </a:r>
            <a:endParaRPr lang="en-US" altLang="zh-CN" dirty="0">
              <a:latin typeface="黑体" panose="02010609060101010101" pitchFamily="49" charset="-122"/>
              <a:ea typeface="黑体" panose="02010609060101010101" pitchFamily="49" charset="-122"/>
            </a:endParaRPr>
          </a:p>
          <a:p>
            <a:pPr lvl="1"/>
            <a:r>
              <a:rPr lang="zh-CN" altLang="zh-CN" dirty="0">
                <a:solidFill>
                  <a:schemeClr val="accent6">
                    <a:lumMod val="75000"/>
                  </a:schemeClr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"/api/research/simple"</a:t>
            </a:r>
          </a:p>
          <a:p>
            <a:pPr lvl="2"/>
            <a:r>
              <a:rPr lang="zh-CN" altLang="en-US" dirty="0">
                <a:latin typeface="黑体" panose="02010609060101010101" pitchFamily="49" charset="-122"/>
                <a:ea typeface="黑体" panose="02010609060101010101" pitchFamily="49" charset="-122"/>
              </a:rPr>
              <a:t>非流式节点，返回完整结果</a:t>
            </a:r>
            <a:r>
              <a:rPr lang="en-US" altLang="zh-CN" dirty="0">
                <a:latin typeface="黑体" panose="02010609060101010101" pitchFamily="49" charset="-122"/>
                <a:ea typeface="黑体" panose="02010609060101010101" pitchFamily="49" charset="-122"/>
              </a:rPr>
              <a:t>(</a:t>
            </a:r>
            <a:r>
              <a:rPr lang="zh-CN" altLang="en-US" dirty="0">
                <a:latin typeface="黑体" panose="02010609060101010101" pitchFamily="49" charset="-122"/>
                <a:ea typeface="黑体" panose="02010609060101010101" pitchFamily="49" charset="-122"/>
              </a:rPr>
              <a:t>用于测试</a:t>
            </a:r>
            <a:r>
              <a:rPr lang="en-US" altLang="zh-CN" dirty="0">
                <a:latin typeface="黑体" panose="02010609060101010101" pitchFamily="49" charset="-122"/>
                <a:ea typeface="黑体" panose="02010609060101010101" pitchFamily="49" charset="-122"/>
              </a:rPr>
              <a:t>)</a:t>
            </a:r>
            <a:endParaRPr lang="zh-CN" altLang="en-US" dirty="0">
              <a:latin typeface="黑体" panose="02010609060101010101" pitchFamily="49" charset="-122"/>
              <a:ea typeface="黑体" panose="02010609060101010101" pitchFamily="49" charset="-122"/>
            </a:endParaRPr>
          </a:p>
        </p:txBody>
      </p:sp>
    </p:spTree>
    <p:extLst>
      <p:ext uri="{BB962C8B-B14F-4D97-AF65-F5344CB8AC3E}">
        <p14:creationId xmlns:p14="http://schemas.microsoft.com/office/powerpoint/2010/main" val="3891033945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0C0290E-3ED7-2E8A-F748-3B3B8FED67C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C02769EC-3404-7D69-58E4-C74098AE0E9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zh-CN" dirty="0">
                <a:latin typeface="Times New Roman" panose="02020603050405020304" pitchFamily="18" charset="0"/>
                <a:cs typeface="Times New Roman" panose="02020603050405020304" pitchFamily="18" charset="0"/>
              </a:rPr>
              <a:t>backend.api.server</a:t>
            </a:r>
            <a:r>
              <a:rPr lang="en-US" altLang="zh-CN" dirty="0">
                <a:latin typeface="Times New Roman" panose="02020603050405020304" pitchFamily="18" charset="0"/>
                <a:cs typeface="Times New Roman" panose="02020603050405020304" pitchFamily="18" charset="0"/>
              </a:rPr>
              <a:t>.</a:t>
            </a:r>
            <a:r>
              <a:rPr lang="en-US" altLang="zh-CN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py</a:t>
            </a:r>
            <a:endParaRPr lang="zh-CN" altLang="en-US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3" name="内容占位符 2">
            <a:extLst>
              <a:ext uri="{FF2B5EF4-FFF2-40B4-BE49-F238E27FC236}">
                <a16:creationId xmlns:a16="http://schemas.microsoft.com/office/drawing/2014/main" id="{C1445CBA-7E16-97C1-9674-CA06B6C253B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zh-CN" altLang="en-US" dirty="0">
                <a:latin typeface="黑体" panose="02010609060101010101" pitchFamily="49" charset="-122"/>
                <a:ea typeface="黑体" panose="02010609060101010101" pitchFamily="49" charset="-122"/>
              </a:rPr>
              <a:t>后端接口</a:t>
            </a:r>
            <a:endParaRPr lang="en-US" altLang="zh-CN" dirty="0">
              <a:latin typeface="黑体" panose="02010609060101010101" pitchFamily="49" charset="-122"/>
              <a:ea typeface="黑体" panose="02010609060101010101" pitchFamily="49" charset="-122"/>
            </a:endParaRPr>
          </a:p>
          <a:p>
            <a:pPr lvl="1"/>
            <a:r>
              <a:rPr lang="zh-CN" altLang="zh-CN" dirty="0">
                <a:solidFill>
                  <a:schemeClr val="accent6">
                    <a:lumMod val="75000"/>
                  </a:schemeClr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"/api/conversations“</a:t>
            </a:r>
            <a:r>
              <a:rPr lang="en-US" altLang="zh-CN" dirty="0">
                <a:solidFill>
                  <a:schemeClr val="accent6">
                    <a:lumMod val="75000"/>
                  </a:schemeClr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(get)</a:t>
            </a:r>
          </a:p>
          <a:p>
            <a:pPr lvl="2"/>
            <a:r>
              <a:rPr lang="zh-CN" altLang="en-US" dirty="0">
                <a:latin typeface="黑体" panose="02010609060101010101" pitchFamily="49" charset="-122"/>
                <a:ea typeface="黑体" panose="02010609060101010101" pitchFamily="49" charset="-122"/>
                <a:cs typeface="Times New Roman" panose="02020603050405020304" pitchFamily="18" charset="0"/>
              </a:rPr>
              <a:t>返回所有对话列表</a:t>
            </a:r>
            <a:endParaRPr lang="zh-CN" altLang="zh-CN" dirty="0">
              <a:latin typeface="黑体" panose="02010609060101010101" pitchFamily="49" charset="-122"/>
              <a:ea typeface="黑体" panose="02010609060101010101" pitchFamily="49" charset="-122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741933754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DA67B7E-DF24-1B63-6DB4-30AD6E8CE0D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6C19F2A7-3CA0-8967-FBCE-D88E8652DB0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zh-CN" dirty="0">
                <a:latin typeface="Times New Roman" panose="02020603050405020304" pitchFamily="18" charset="0"/>
                <a:cs typeface="Times New Roman" panose="02020603050405020304" pitchFamily="18" charset="0"/>
              </a:rPr>
              <a:t>backend.api.server</a:t>
            </a:r>
            <a:r>
              <a:rPr lang="en-US" altLang="zh-CN" dirty="0">
                <a:latin typeface="Times New Roman" panose="02020603050405020304" pitchFamily="18" charset="0"/>
                <a:cs typeface="Times New Roman" panose="02020603050405020304" pitchFamily="18" charset="0"/>
              </a:rPr>
              <a:t>.</a:t>
            </a:r>
            <a:r>
              <a:rPr lang="en-US" altLang="zh-CN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py</a:t>
            </a:r>
            <a:endParaRPr lang="zh-CN" altLang="en-US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3" name="内容占位符 2">
            <a:extLst>
              <a:ext uri="{FF2B5EF4-FFF2-40B4-BE49-F238E27FC236}">
                <a16:creationId xmlns:a16="http://schemas.microsoft.com/office/drawing/2014/main" id="{36C943D9-4334-3629-CFC5-F3F12C4EEBB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zh-CN" altLang="en-US" dirty="0">
                <a:latin typeface="黑体" panose="02010609060101010101" pitchFamily="49" charset="-122"/>
                <a:ea typeface="黑体" panose="02010609060101010101" pitchFamily="49" charset="-122"/>
              </a:rPr>
              <a:t>后端接口</a:t>
            </a:r>
            <a:endParaRPr lang="en-US" altLang="zh-CN" dirty="0">
              <a:latin typeface="黑体" panose="02010609060101010101" pitchFamily="49" charset="-122"/>
              <a:ea typeface="黑体" panose="02010609060101010101" pitchFamily="49" charset="-122"/>
            </a:endParaRPr>
          </a:p>
          <a:p>
            <a:pPr lvl="1"/>
            <a:r>
              <a:rPr lang="zh-CN" altLang="zh-CN" dirty="0">
                <a:solidFill>
                  <a:schemeClr val="accent6">
                    <a:lumMod val="75000"/>
                  </a:schemeClr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"/api/conversations“</a:t>
            </a:r>
            <a:r>
              <a:rPr lang="en-US" altLang="zh-CN" dirty="0">
                <a:solidFill>
                  <a:schemeClr val="accent6">
                    <a:lumMod val="75000"/>
                  </a:schemeClr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(post)</a:t>
            </a:r>
          </a:p>
          <a:p>
            <a:pPr lvl="2"/>
            <a:r>
              <a:rPr lang="zh-CN" altLang="en-US" dirty="0">
                <a:latin typeface="黑体" panose="02010609060101010101" pitchFamily="49" charset="-122"/>
                <a:ea typeface="黑体" panose="02010609060101010101" pitchFamily="49" charset="-122"/>
                <a:cs typeface="Times New Roman" panose="02020603050405020304" pitchFamily="18" charset="0"/>
              </a:rPr>
              <a:t>创建新对话</a:t>
            </a:r>
            <a:endParaRPr lang="zh-CN" altLang="zh-CN" dirty="0">
              <a:latin typeface="黑体" panose="02010609060101010101" pitchFamily="49" charset="-122"/>
              <a:ea typeface="黑体" panose="02010609060101010101" pitchFamily="49" charset="-122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598176747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562C9D2-83C3-E974-0DFB-EA72911B158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E93DA454-C10C-30F1-401B-2C0742097AD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zh-CN" dirty="0">
                <a:latin typeface="Times New Roman" panose="02020603050405020304" pitchFamily="18" charset="0"/>
                <a:cs typeface="Times New Roman" panose="02020603050405020304" pitchFamily="18" charset="0"/>
              </a:rPr>
              <a:t>backend.api.server</a:t>
            </a:r>
            <a:r>
              <a:rPr lang="en-US" altLang="zh-CN" dirty="0">
                <a:latin typeface="Times New Roman" panose="02020603050405020304" pitchFamily="18" charset="0"/>
                <a:cs typeface="Times New Roman" panose="02020603050405020304" pitchFamily="18" charset="0"/>
              </a:rPr>
              <a:t>.</a:t>
            </a:r>
            <a:r>
              <a:rPr lang="en-US" altLang="zh-CN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py</a:t>
            </a:r>
            <a:endParaRPr lang="zh-CN" altLang="en-US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3" name="内容占位符 2">
            <a:extLst>
              <a:ext uri="{FF2B5EF4-FFF2-40B4-BE49-F238E27FC236}">
                <a16:creationId xmlns:a16="http://schemas.microsoft.com/office/drawing/2014/main" id="{58BFECDC-1ADD-F663-61E5-8D2D7473BC8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zh-CN" altLang="en-US" dirty="0">
                <a:latin typeface="黑体" panose="02010609060101010101" pitchFamily="49" charset="-122"/>
                <a:ea typeface="黑体" panose="02010609060101010101" pitchFamily="49" charset="-122"/>
              </a:rPr>
              <a:t>后端接口</a:t>
            </a:r>
            <a:endParaRPr lang="en-US" altLang="zh-CN" dirty="0">
              <a:latin typeface="黑体" panose="02010609060101010101" pitchFamily="49" charset="-122"/>
              <a:ea typeface="黑体" panose="02010609060101010101" pitchFamily="49" charset="-122"/>
            </a:endParaRPr>
          </a:p>
          <a:p>
            <a:pPr lvl="1"/>
            <a:r>
              <a:rPr lang="zh-CN" altLang="zh-CN" dirty="0">
                <a:solidFill>
                  <a:schemeClr val="accent6">
                    <a:lumMod val="75000"/>
                  </a:schemeClr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“/api/conversations/{conv_id}“</a:t>
            </a:r>
            <a:r>
              <a:rPr lang="en-US" altLang="zh-CN" dirty="0">
                <a:solidFill>
                  <a:schemeClr val="accent6">
                    <a:lumMod val="75000"/>
                  </a:schemeClr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(get)</a:t>
            </a:r>
          </a:p>
          <a:p>
            <a:pPr lvl="2"/>
            <a:r>
              <a:rPr lang="zh-CN" altLang="en-US" dirty="0">
                <a:latin typeface="黑体" panose="02010609060101010101" pitchFamily="49" charset="-122"/>
                <a:ea typeface="黑体" panose="02010609060101010101" pitchFamily="49" charset="-122"/>
                <a:cs typeface="Times New Roman" panose="02020603050405020304" pitchFamily="18" charset="0"/>
              </a:rPr>
              <a:t>获取单个对话详情</a:t>
            </a:r>
            <a:r>
              <a:rPr lang="en-US" altLang="zh-CN" dirty="0">
                <a:latin typeface="黑体" panose="02010609060101010101" pitchFamily="49" charset="-122"/>
                <a:ea typeface="黑体" panose="02010609060101010101" pitchFamily="49" charset="-122"/>
                <a:cs typeface="Times New Roman" panose="02020603050405020304" pitchFamily="18" charset="0"/>
              </a:rPr>
              <a:t>(</a:t>
            </a:r>
            <a:r>
              <a:rPr lang="zh-CN" altLang="en-US" dirty="0">
                <a:latin typeface="黑体" panose="02010609060101010101" pitchFamily="49" charset="-122"/>
                <a:ea typeface="黑体" panose="02010609060101010101" pitchFamily="49" charset="-122"/>
                <a:cs typeface="Times New Roman" panose="02020603050405020304" pitchFamily="18" charset="0"/>
              </a:rPr>
              <a:t>三张表</a:t>
            </a:r>
            <a:r>
              <a:rPr lang="en-US" altLang="zh-CN" dirty="0">
                <a:latin typeface="黑体" panose="02010609060101010101" pitchFamily="49" charset="-122"/>
                <a:ea typeface="黑体" panose="02010609060101010101" pitchFamily="49" charset="-122"/>
                <a:cs typeface="Times New Roman" panose="02020603050405020304" pitchFamily="18" charset="0"/>
              </a:rPr>
              <a:t>)</a:t>
            </a:r>
            <a:endParaRPr lang="zh-CN" altLang="zh-CN" dirty="0">
              <a:latin typeface="黑体" panose="02010609060101010101" pitchFamily="49" charset="-122"/>
              <a:ea typeface="黑体" panose="02010609060101010101" pitchFamily="49" charset="-122"/>
              <a:cs typeface="Times New Roman" panose="02020603050405020304" pitchFamily="18" charset="0"/>
            </a:endParaRPr>
          </a:p>
          <a:p>
            <a:pPr lvl="1"/>
            <a:endParaRPr lang="zh-CN" altLang="en-US" dirty="0">
              <a:latin typeface="黑体" panose="02010609060101010101" pitchFamily="49" charset="-122"/>
              <a:ea typeface="黑体" panose="02010609060101010101" pitchFamily="49" charset="-122"/>
            </a:endParaRPr>
          </a:p>
        </p:txBody>
      </p:sp>
    </p:spTree>
    <p:extLst>
      <p:ext uri="{BB962C8B-B14F-4D97-AF65-F5344CB8AC3E}">
        <p14:creationId xmlns:p14="http://schemas.microsoft.com/office/powerpoint/2010/main" val="30248799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54C4B85-D55B-6E9D-431B-2AF5422F5C7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AE71DA56-CF90-19F9-CFFD-C3A5B506EAE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zh-CN" dirty="0">
                <a:latin typeface="Times New Roman" panose="02020603050405020304" pitchFamily="18" charset="0"/>
                <a:cs typeface="Times New Roman" panose="02020603050405020304" pitchFamily="18" charset="0"/>
              </a:rPr>
              <a:t>backend.api.server</a:t>
            </a:r>
            <a:r>
              <a:rPr lang="en-US" altLang="zh-CN" dirty="0">
                <a:latin typeface="Times New Roman" panose="02020603050405020304" pitchFamily="18" charset="0"/>
                <a:cs typeface="Times New Roman" panose="02020603050405020304" pitchFamily="18" charset="0"/>
              </a:rPr>
              <a:t>.</a:t>
            </a:r>
            <a:r>
              <a:rPr lang="en-US" altLang="zh-CN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py</a:t>
            </a:r>
            <a:endParaRPr lang="zh-CN" altLang="en-US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3" name="内容占位符 2">
            <a:extLst>
              <a:ext uri="{FF2B5EF4-FFF2-40B4-BE49-F238E27FC236}">
                <a16:creationId xmlns:a16="http://schemas.microsoft.com/office/drawing/2014/main" id="{896AE129-E713-5C11-E02B-52FBC78ED2A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zh-CN" altLang="en-US" dirty="0">
                <a:latin typeface="黑体" panose="02010609060101010101" pitchFamily="49" charset="-122"/>
                <a:ea typeface="黑体" panose="02010609060101010101" pitchFamily="49" charset="-122"/>
              </a:rPr>
              <a:t>后端接口</a:t>
            </a:r>
            <a:endParaRPr lang="en-US" altLang="zh-CN" dirty="0">
              <a:latin typeface="黑体" panose="02010609060101010101" pitchFamily="49" charset="-122"/>
              <a:ea typeface="黑体" panose="02010609060101010101" pitchFamily="49" charset="-122"/>
            </a:endParaRPr>
          </a:p>
          <a:p>
            <a:pPr lvl="1"/>
            <a:r>
              <a:rPr lang="zh-CN" altLang="zh-CN" dirty="0">
                <a:solidFill>
                  <a:schemeClr val="accent6">
                    <a:lumMod val="75000"/>
                  </a:schemeClr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“/api/conversations/{conv_id}“</a:t>
            </a:r>
            <a:r>
              <a:rPr lang="en-US" altLang="zh-CN" dirty="0">
                <a:solidFill>
                  <a:schemeClr val="accent6">
                    <a:lumMod val="75000"/>
                  </a:schemeClr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(delete)</a:t>
            </a:r>
          </a:p>
          <a:p>
            <a:pPr lvl="2"/>
            <a:r>
              <a:rPr lang="zh-CN" altLang="en-US" dirty="0">
                <a:latin typeface="黑体" panose="02010609060101010101" pitchFamily="49" charset="-122"/>
                <a:ea typeface="黑体" panose="02010609060101010101" pitchFamily="49" charset="-122"/>
                <a:cs typeface="Times New Roman" panose="02020603050405020304" pitchFamily="18" charset="0"/>
              </a:rPr>
              <a:t>删除整个对话</a:t>
            </a:r>
            <a:r>
              <a:rPr lang="en-US" altLang="zh-CN" dirty="0">
                <a:latin typeface="黑体" panose="02010609060101010101" pitchFamily="49" charset="-122"/>
                <a:ea typeface="黑体" panose="02010609060101010101" pitchFamily="49" charset="-122"/>
                <a:cs typeface="Times New Roman" panose="02020603050405020304" pitchFamily="18" charset="0"/>
              </a:rPr>
              <a:t>(</a:t>
            </a:r>
            <a:r>
              <a:rPr lang="zh-CN" altLang="en-US" dirty="0">
                <a:latin typeface="黑体" panose="02010609060101010101" pitchFamily="49" charset="-122"/>
                <a:ea typeface="黑体" panose="02010609060101010101" pitchFamily="49" charset="-122"/>
                <a:cs typeface="Times New Roman" panose="02020603050405020304" pitchFamily="18" charset="0"/>
              </a:rPr>
              <a:t>删除对话及其关联的表</a:t>
            </a:r>
            <a:r>
              <a:rPr lang="en-US" altLang="zh-CN" dirty="0">
                <a:latin typeface="黑体" panose="02010609060101010101" pitchFamily="49" charset="-122"/>
                <a:ea typeface="黑体" panose="02010609060101010101" pitchFamily="49" charset="-122"/>
                <a:cs typeface="Times New Roman" panose="02020603050405020304" pitchFamily="18" charset="0"/>
              </a:rPr>
              <a:t>)</a:t>
            </a:r>
            <a:endParaRPr lang="zh-CN" altLang="zh-CN" dirty="0">
              <a:latin typeface="黑体" panose="02010609060101010101" pitchFamily="49" charset="-122"/>
              <a:ea typeface="黑体" panose="02010609060101010101" pitchFamily="49" charset="-122"/>
              <a:cs typeface="Times New Roman" panose="02020603050405020304" pitchFamily="18" charset="0"/>
            </a:endParaRPr>
          </a:p>
          <a:p>
            <a:pPr lvl="1"/>
            <a:endParaRPr lang="zh-CN" altLang="en-US" dirty="0">
              <a:latin typeface="黑体" panose="02010609060101010101" pitchFamily="49" charset="-122"/>
              <a:ea typeface="黑体" panose="02010609060101010101" pitchFamily="49" charset="-122"/>
            </a:endParaRPr>
          </a:p>
        </p:txBody>
      </p:sp>
    </p:spTree>
    <p:extLst>
      <p:ext uri="{BB962C8B-B14F-4D97-AF65-F5344CB8AC3E}">
        <p14:creationId xmlns:p14="http://schemas.microsoft.com/office/powerpoint/2010/main" val="4157934588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B80467A-86C7-C20C-CC90-7DFF55F63ED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D2E58956-3D1C-36C8-AE68-D4B62552817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zh-CN" dirty="0">
                <a:latin typeface="Times New Roman" panose="02020603050405020304" pitchFamily="18" charset="0"/>
                <a:cs typeface="Times New Roman" panose="02020603050405020304" pitchFamily="18" charset="0"/>
              </a:rPr>
              <a:t>backend.api.server</a:t>
            </a:r>
            <a:r>
              <a:rPr lang="en-US" altLang="zh-CN" dirty="0">
                <a:latin typeface="Times New Roman" panose="02020603050405020304" pitchFamily="18" charset="0"/>
                <a:cs typeface="Times New Roman" panose="02020603050405020304" pitchFamily="18" charset="0"/>
              </a:rPr>
              <a:t>.</a:t>
            </a:r>
            <a:r>
              <a:rPr lang="en-US" altLang="zh-CN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py</a:t>
            </a:r>
            <a:endParaRPr lang="zh-CN" altLang="en-US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3" name="内容占位符 2">
            <a:extLst>
              <a:ext uri="{FF2B5EF4-FFF2-40B4-BE49-F238E27FC236}">
                <a16:creationId xmlns:a16="http://schemas.microsoft.com/office/drawing/2014/main" id="{95A0AE0D-BC25-7073-23E1-702B42F63E1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zh-CN" altLang="en-US" dirty="0">
                <a:latin typeface="黑体" panose="02010609060101010101" pitchFamily="49" charset="-122"/>
                <a:ea typeface="黑体" panose="02010609060101010101" pitchFamily="49" charset="-122"/>
              </a:rPr>
              <a:t>后端接口</a:t>
            </a:r>
            <a:endParaRPr lang="en-US" altLang="zh-CN" dirty="0">
              <a:latin typeface="黑体" panose="02010609060101010101" pitchFamily="49" charset="-122"/>
              <a:ea typeface="黑体" panose="02010609060101010101" pitchFamily="49" charset="-122"/>
            </a:endParaRPr>
          </a:p>
          <a:p>
            <a:pPr lvl="1"/>
            <a:r>
              <a:rPr lang="zh-CN" altLang="zh-CN" dirty="0">
                <a:solidFill>
                  <a:schemeClr val="accent6">
                    <a:lumMod val="75000"/>
                  </a:schemeClr>
                </a:solidFill>
                <a:latin typeface="Times New Roman" panose="02020603050405020304" pitchFamily="18" charset="0"/>
                <a:ea typeface="黑体" panose="02010609060101010101" pitchFamily="49" charset="-122"/>
                <a:cs typeface="Times New Roman" panose="02020603050405020304" pitchFamily="18" charset="0"/>
              </a:rPr>
              <a:t>“/api/conversations/{conv_id}</a:t>
            </a:r>
            <a:r>
              <a:rPr lang="zh-CN" altLang="en-US" dirty="0">
                <a:solidFill>
                  <a:schemeClr val="accent6">
                    <a:lumMod val="75000"/>
                  </a:schemeClr>
                </a:solidFill>
                <a:latin typeface="Times New Roman" panose="02020603050405020304" pitchFamily="18" charset="0"/>
                <a:ea typeface="黑体" panose="02010609060101010101" pitchFamily="49" charset="-122"/>
                <a:cs typeface="Times New Roman" panose="02020603050405020304" pitchFamily="18" charset="0"/>
              </a:rPr>
              <a:t>”</a:t>
            </a:r>
            <a:r>
              <a:rPr lang="en-US" altLang="zh-CN" dirty="0">
                <a:solidFill>
                  <a:schemeClr val="accent6">
                    <a:lumMod val="75000"/>
                  </a:schemeClr>
                </a:solidFill>
                <a:latin typeface="Times New Roman" panose="02020603050405020304" pitchFamily="18" charset="0"/>
                <a:ea typeface="黑体" panose="02010609060101010101" pitchFamily="49" charset="-122"/>
                <a:cs typeface="Times New Roman" panose="02020603050405020304" pitchFamily="18" charset="0"/>
              </a:rPr>
              <a:t>(patch)</a:t>
            </a:r>
          </a:p>
          <a:p>
            <a:pPr lvl="2"/>
            <a:r>
              <a:rPr lang="zh-CN" altLang="en-US" dirty="0">
                <a:latin typeface="Times New Roman" panose="02020603050405020304" pitchFamily="18" charset="0"/>
                <a:ea typeface="黑体" panose="02010609060101010101" pitchFamily="49" charset="-122"/>
                <a:cs typeface="Times New Roman" panose="02020603050405020304" pitchFamily="18" charset="0"/>
              </a:rPr>
              <a:t>更新某个对话的标题</a:t>
            </a:r>
            <a:endParaRPr lang="zh-CN" altLang="zh-CN" dirty="0">
              <a:latin typeface="Times New Roman" panose="02020603050405020304" pitchFamily="18" charset="0"/>
              <a:ea typeface="黑体" panose="02010609060101010101" pitchFamily="49" charset="-122"/>
              <a:cs typeface="Times New Roman" panose="02020603050405020304" pitchFamily="18" charset="0"/>
            </a:endParaRPr>
          </a:p>
          <a:p>
            <a:pPr lvl="1"/>
            <a:endParaRPr lang="zh-CN" altLang="en-US" dirty="0">
              <a:latin typeface="黑体" panose="02010609060101010101" pitchFamily="49" charset="-122"/>
              <a:ea typeface="黑体" panose="02010609060101010101" pitchFamily="49" charset="-122"/>
            </a:endParaRPr>
          </a:p>
        </p:txBody>
      </p:sp>
    </p:spTree>
    <p:extLst>
      <p:ext uri="{BB962C8B-B14F-4D97-AF65-F5344CB8AC3E}">
        <p14:creationId xmlns:p14="http://schemas.microsoft.com/office/powerpoint/2010/main" val="2116700909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FFA29C9-C610-8E1A-D0F0-BEC0D2FA437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5A429DED-6AAD-CADC-0407-D128C32B062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zh-CN" dirty="0">
                <a:latin typeface="Times New Roman" panose="02020603050405020304" pitchFamily="18" charset="0"/>
                <a:cs typeface="Times New Roman" panose="02020603050405020304" pitchFamily="18" charset="0"/>
              </a:rPr>
              <a:t>backend.api.server</a:t>
            </a:r>
            <a:r>
              <a:rPr lang="en-US" altLang="zh-CN" dirty="0">
                <a:latin typeface="Times New Roman" panose="02020603050405020304" pitchFamily="18" charset="0"/>
                <a:cs typeface="Times New Roman" panose="02020603050405020304" pitchFamily="18" charset="0"/>
              </a:rPr>
              <a:t>.</a:t>
            </a:r>
            <a:r>
              <a:rPr lang="en-US" altLang="zh-CN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py</a:t>
            </a:r>
            <a:endParaRPr lang="zh-CN" altLang="en-US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3" name="内容占位符 2">
            <a:extLst>
              <a:ext uri="{FF2B5EF4-FFF2-40B4-BE49-F238E27FC236}">
                <a16:creationId xmlns:a16="http://schemas.microsoft.com/office/drawing/2014/main" id="{49925045-9F15-8027-D3FE-F27C8E80E1B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zh-CN" altLang="en-US" dirty="0">
                <a:latin typeface="黑体" panose="02010609060101010101" pitchFamily="49" charset="-122"/>
                <a:ea typeface="黑体" panose="02010609060101010101" pitchFamily="49" charset="-122"/>
              </a:rPr>
              <a:t>后端接口</a:t>
            </a:r>
            <a:endParaRPr lang="en-US" altLang="zh-CN" dirty="0">
              <a:latin typeface="黑体" panose="02010609060101010101" pitchFamily="49" charset="-122"/>
              <a:ea typeface="黑体" panose="02010609060101010101" pitchFamily="49" charset="-122"/>
            </a:endParaRPr>
          </a:p>
          <a:p>
            <a:pPr lvl="1"/>
            <a:r>
              <a:rPr lang="zh-CN" altLang="zh-CN" dirty="0">
                <a:solidFill>
                  <a:schemeClr val="accent6">
                    <a:lumMod val="75000"/>
                  </a:schemeClr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"/api/conversations/{conv_id}/messages“</a:t>
            </a:r>
            <a:endParaRPr lang="en-US" altLang="zh-CN" dirty="0">
              <a:solidFill>
                <a:schemeClr val="accent6">
                  <a:lumMod val="75000"/>
                </a:schemeClr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lvl="2"/>
            <a:r>
              <a:rPr lang="zh-CN" altLang="en-US" dirty="0">
                <a:latin typeface="黑体" panose="02010609060101010101" pitchFamily="49" charset="-122"/>
                <a:ea typeface="黑体" panose="02010609060101010101" pitchFamily="49" charset="-122"/>
                <a:cs typeface="Times New Roman" panose="02020603050405020304" pitchFamily="18" charset="0"/>
              </a:rPr>
              <a:t>获取某个对话的所有信息</a:t>
            </a:r>
            <a:endParaRPr lang="zh-CN" altLang="zh-CN" dirty="0">
              <a:latin typeface="黑体" panose="02010609060101010101" pitchFamily="49" charset="-122"/>
              <a:ea typeface="黑体" panose="02010609060101010101" pitchFamily="49" charset="-122"/>
              <a:cs typeface="Times New Roman" panose="02020603050405020304" pitchFamily="18" charset="0"/>
            </a:endParaRPr>
          </a:p>
          <a:p>
            <a:pPr lvl="1"/>
            <a:endParaRPr lang="zh-CN" altLang="en-US" dirty="0">
              <a:latin typeface="黑体" panose="02010609060101010101" pitchFamily="49" charset="-122"/>
              <a:ea typeface="黑体" panose="02010609060101010101" pitchFamily="49" charset="-122"/>
            </a:endParaRPr>
          </a:p>
        </p:txBody>
      </p:sp>
    </p:spTree>
    <p:extLst>
      <p:ext uri="{BB962C8B-B14F-4D97-AF65-F5344CB8AC3E}">
        <p14:creationId xmlns:p14="http://schemas.microsoft.com/office/powerpoint/2010/main" val="3008543469"/>
      </p:ext>
    </p:extLst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PCH-20A5DFBBC4291D0CC51BB8AEAA48E23F255EA2D6D7707BF17C24A6EDAA20D94E" val="[{&quot;GradientColorId&quot;:&quot;&quot;,&quot;IsFree&quot;:true,&quot;IsGradient&quot;:false,&quot;ImagePath&quot;:&quot;&quot;,&quot;GradientColor&quot;:null,&quot;SimpleColor&quot;:&quot;#000000&quot;}]"/>
</p:tagLst>
</file>

<file path=ppt/theme/theme1.xml><?xml version="1.0" encoding="utf-8"?>
<a:theme xmlns:a="http://schemas.openxmlformats.org/drawingml/2006/main" name="Office 主题​​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等线 Light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等线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 主题​​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等线 Light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等线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1035</TotalTime>
  <Words>1167</Words>
  <Application>Microsoft Office PowerPoint</Application>
  <PresentationFormat>宽屏</PresentationFormat>
  <Paragraphs>105</Paragraphs>
  <Slides>19</Slides>
  <Notes>3</Notes>
  <HiddenSlides>0</HiddenSlides>
  <MMClips>0</MMClips>
  <ScaleCrop>false</ScaleCrop>
  <HeadingPairs>
    <vt:vector size="6" baseType="variant">
      <vt:variant>
        <vt:lpstr>已用的字体</vt:lpstr>
      </vt:variant>
      <vt:variant>
        <vt:i4>5</vt:i4>
      </vt:variant>
      <vt:variant>
        <vt:lpstr>主题</vt:lpstr>
      </vt:variant>
      <vt:variant>
        <vt:i4>1</vt:i4>
      </vt:variant>
      <vt:variant>
        <vt:lpstr>幻灯片标题</vt:lpstr>
      </vt:variant>
      <vt:variant>
        <vt:i4>19</vt:i4>
      </vt:variant>
    </vt:vector>
  </HeadingPairs>
  <TitlesOfParts>
    <vt:vector size="25" baseType="lpstr">
      <vt:lpstr>等线</vt:lpstr>
      <vt:lpstr>等线 Light</vt:lpstr>
      <vt:lpstr>黑体</vt:lpstr>
      <vt:lpstr>Arial</vt:lpstr>
      <vt:lpstr>Times New Roman</vt:lpstr>
      <vt:lpstr>Office 主题​​</vt:lpstr>
      <vt:lpstr>Bioinformatics_Agent_Architecture</vt:lpstr>
      <vt:lpstr>PowerPoint 演示文稿</vt:lpstr>
      <vt:lpstr>config.py</vt:lpstr>
      <vt:lpstr>main.py</vt:lpstr>
      <vt:lpstr>backend.api.server.py</vt:lpstr>
      <vt:lpstr>backend.api.server.py</vt:lpstr>
      <vt:lpstr>backend.api.server.py</vt:lpstr>
      <vt:lpstr>backend.api.server.py</vt:lpstr>
      <vt:lpstr>backend.api.server.py</vt:lpstr>
      <vt:lpstr>PowerPoint 演示文稿</vt:lpstr>
      <vt:lpstr>backend.api.server.py</vt:lpstr>
      <vt:lpstr>backend.api.server.py</vt:lpstr>
      <vt:lpstr>backend.api.server.py</vt:lpstr>
      <vt:lpstr>backend.api.server.py</vt:lpstr>
      <vt:lpstr>backend.api.server.py</vt:lpstr>
      <vt:lpstr>backend.api.server.py</vt:lpstr>
      <vt:lpstr>backend.api.server.py</vt:lpstr>
      <vt:lpstr>backend.api.server.py</vt:lpstr>
      <vt:lpstr>backend.api.server.py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庭浩 夏</dc:creator>
  <cp:lastModifiedBy>庭浩 夏</cp:lastModifiedBy>
  <cp:revision>147</cp:revision>
  <dcterms:created xsi:type="dcterms:W3CDTF">2026-07-06T08:12:36Z</dcterms:created>
  <dcterms:modified xsi:type="dcterms:W3CDTF">2026-07-15T09:19:18Z</dcterms:modified>
</cp:coreProperties>
</file>