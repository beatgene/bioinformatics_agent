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5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70" r:id="rId11"/>
    <p:sldId id="277" r:id="rId12"/>
    <p:sldId id="278" r:id="rId13"/>
    <p:sldId id="276" r:id="rId14"/>
    <p:sldId id="265" r:id="rId15"/>
    <p:sldId id="266" r:id="rId16"/>
    <p:sldId id="267" r:id="rId17"/>
    <p:sldId id="268" r:id="rId18"/>
    <p:sldId id="271" r:id="rId19"/>
    <p:sldId id="269" r:id="rId20"/>
    <p:sldId id="274" r:id="rId21"/>
    <p:sldId id="272" r:id="rId22"/>
    <p:sldId id="275" r:id="rId23"/>
    <p:sldId id="273" r:id="rId24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78327" autoAdjust="0"/>
  </p:normalViewPr>
  <p:slideViewPr>
    <p:cSldViewPr snapToGrid="0">
      <p:cViewPr varScale="1">
        <p:scale>
          <a:sx n="126" d="100"/>
          <a:sy n="126" d="100"/>
        </p:scale>
        <p:origin x="1404" y="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3A3113A-A8F2-41E1-BE9A-B655091E6EC1}" type="datetimeFigureOut">
              <a:rPr lang="zh-CN" altLang="en-US" smtClean="0"/>
              <a:t>2026/7/13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3498E8F-0E88-4000-8EEC-96D622E5BCA8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00514796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 dirty="0" err="1"/>
              <a:t>ToDo</a:t>
            </a:r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3498E8F-0E88-4000-8EEC-96D622E5BCA8}" type="slidenum">
              <a:rPr lang="zh-CN" altLang="en-US" smtClean="0"/>
              <a:t>10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4971550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E645CD-5A42-B747-BFAE-8BE3C81C3F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67E840B9-39AA-D0F1-885D-257D85AA55B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109C1A1A-3C84-7B4C-A17D-17AA222272E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 dirty="0" err="1"/>
              <a:t>ToDo</a:t>
            </a:r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D7B78025-965E-3DF8-910E-452F52919D6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3498E8F-0E88-4000-8EEC-96D622E5BCA8}" type="slidenum">
              <a:rPr lang="zh-CN" altLang="en-US" smtClean="0"/>
              <a:t>11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53279004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 dirty="0"/>
              <a:t>P:planner   S:search  R:review_search   A:parse  C:compare  T:report  E:review_results</a:t>
            </a:r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3498E8F-0E88-4000-8EEC-96D622E5BCA8}" type="slidenum">
              <a:rPr lang="zh-CN" altLang="en-US" smtClean="0"/>
              <a:t>12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51632407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BA6054-3D95-33A9-6F9D-A0E57CFC72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99C9EBF2-56BF-106F-A3DD-E81B03649AE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AD35145B-6B5E-ADCB-370A-B903B869B00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 dirty="0" err="1"/>
              <a:t>ToDo</a:t>
            </a:r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0690CC78-620E-E69E-A29A-0BAAD31BEDB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3498E8F-0E88-4000-8EEC-96D622E5BCA8}" type="slidenum">
              <a:rPr lang="zh-CN" altLang="en-US" smtClean="0"/>
              <a:t>13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30029120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CN" dirty="0" err="1"/>
              <a:t>ToDo</a:t>
            </a:r>
            <a:endParaRPr lang="zh-CN" altLang="en-US" dirty="0"/>
          </a:p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3498E8F-0E88-4000-8EEC-96D622E5BCA8}" type="slidenum">
              <a:rPr lang="zh-CN" altLang="en-US" smtClean="0"/>
              <a:t>14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11466359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DD702EC2-9ED2-44E7-B8B2-FA3AEED63E3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41410896-6A8D-7B8C-4169-6004B2F959F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460E1D6D-0135-36EE-55E3-D4E4B31A9A0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418217-8E16-49AE-98DB-91CE6F89811F}" type="datetimeFigureOut">
              <a:rPr lang="zh-CN" altLang="en-US" smtClean="0"/>
              <a:t>2026/7/13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C0463B21-4C36-2663-4320-D632F71DC8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183E0F3D-2541-25EA-5469-C6EC54ADE7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B09AAA-1843-44C7-8C31-D7AC280EB2CF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79649828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29BFCB2D-793F-11D7-D772-5DC983F304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0E8743AA-92CF-63C1-D7FD-BA294F438D5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0F24BE13-D695-56E0-4628-D23DC7BF32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418217-8E16-49AE-98DB-91CE6F89811F}" type="datetimeFigureOut">
              <a:rPr lang="zh-CN" altLang="en-US" smtClean="0"/>
              <a:t>2026/7/13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09B158B9-8E02-FF8B-E30E-674813F0D0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1A237677-F581-F57F-22B3-19FBC9B432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B09AAA-1843-44C7-8C31-D7AC280EB2CF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66333329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4AFCF8F-3C28-EC6A-40EB-759AE0003A9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2E16314E-F9BC-CE97-444C-FCF5A09CD96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EAB06B6A-11BB-303A-6B0C-D81E1F4AC1B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418217-8E16-49AE-98DB-91CE6F89811F}" type="datetimeFigureOut">
              <a:rPr lang="zh-CN" altLang="en-US" smtClean="0"/>
              <a:t>2026/7/13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913AE548-7987-978A-5BCB-EB37C9AEFC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7CB68274-2EDF-E056-F9C6-0C0C9A2680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B09AAA-1843-44C7-8C31-D7AC280EB2CF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76934346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6C11040A-9933-2324-45D4-1E5A6972BF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824727AB-DFF8-2D19-06A9-EA3C63E13F0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8E735C9F-F034-081C-5E69-9EB16EB3856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AC691809-D47E-06BF-127C-C75B27D570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418217-8E16-49AE-98DB-91CE6F89811F}" type="datetimeFigureOut">
              <a:rPr lang="zh-CN" altLang="en-US" smtClean="0"/>
              <a:t>2026/7/13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1F5B4E26-1E8A-40FB-9715-BBA56EEE4C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6667B68B-0967-E4EC-132A-0CB0F12AC1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B09AAA-1843-44C7-8C31-D7AC280EB2CF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08993380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00057453-F329-DF4F-F113-3F15D745AF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0ACCD3F1-AA0C-D7AE-BDD4-75C8009E5DA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6D7E8985-0663-A65B-2EF1-2D7F2962C76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6C334C22-A16E-FBC3-EB9A-3A879E21F2E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D0C15E8D-088F-91F3-D8A4-913258DCE2B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046FABDC-2D74-BC02-8849-50CD570696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418217-8E16-49AE-98DB-91CE6F89811F}" type="datetimeFigureOut">
              <a:rPr lang="zh-CN" altLang="en-US" smtClean="0"/>
              <a:t>2026/7/13</a:t>
            </a:fld>
            <a:endParaRPr lang="zh-CN" alt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213A18EF-5D73-F7E4-B6AF-FFAB62B212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3608FC48-5819-498B-A06D-53178183BE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B09AAA-1843-44C7-8C31-D7AC280EB2CF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13270194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9A00C42-F821-F57C-AF6C-2859A013D8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024F08F1-49E4-65DC-AB04-EC92BBA0346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418217-8E16-49AE-98DB-91CE6F89811F}" type="datetimeFigureOut">
              <a:rPr lang="zh-CN" altLang="en-US" smtClean="0"/>
              <a:t>2026/7/13</a:t>
            </a:fld>
            <a:endParaRPr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3D143B02-A4EC-0C54-61D0-5F3A309C8A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342E3A0C-D998-DC51-39AF-2B6B39309C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B09AAA-1843-44C7-8C31-D7AC280EB2CF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66014018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62C7DF5F-B28E-B57E-0A47-EE34D602D3F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418217-8E16-49AE-98DB-91CE6F89811F}" type="datetimeFigureOut">
              <a:rPr lang="zh-CN" altLang="en-US" smtClean="0"/>
              <a:t>2026/7/13</a:t>
            </a:fld>
            <a:endParaRPr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2D44EF15-C6B9-4CD2-5209-201690E96C3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6A450BDF-9D35-F3EB-C1F2-CDBDB014D4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B09AAA-1843-44C7-8C31-D7AC280EB2CF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80476593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7DB66DA-3906-6051-DC53-DA3A37541D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94F4B2DC-0224-E688-2473-966BAF30E13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1AA0B183-5C33-1C3E-7164-5D8606DE4BD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5D8285AA-66D5-6920-84DD-654B5B17B90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418217-8E16-49AE-98DB-91CE6F89811F}" type="datetimeFigureOut">
              <a:rPr lang="zh-CN" altLang="en-US" smtClean="0"/>
              <a:t>2026/7/13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DF105ADA-FE01-2235-599C-A9F5A34B52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B978700A-8FD0-9A61-B4EB-AD127B97A5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B09AAA-1843-44C7-8C31-D7AC280EB2CF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88481093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F8D257D-2C01-8B96-1240-530AB509B3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BB3C4587-3F93-3224-E4E3-71BBA841CD6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C4B56936-3CD9-63CF-6459-DAE3E667917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03BFCEBE-14CE-923A-8166-9C528E6450B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418217-8E16-49AE-98DB-91CE6F89811F}" type="datetimeFigureOut">
              <a:rPr lang="zh-CN" altLang="en-US" smtClean="0"/>
              <a:t>2026/7/13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1D28CBE8-6F8D-2A86-3C2E-C772A2C3DA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7BCE5032-5726-EF72-AB78-7B1B2BB660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B09AAA-1843-44C7-8C31-D7AC280EB2CF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66079395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6EE141DC-064C-8264-CF74-92AA98E904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5C9AD63B-C158-31B7-BAB5-047458B9DBE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FBC1860A-5892-C741-67D7-938C5C96BA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418217-8E16-49AE-98DB-91CE6F89811F}" type="datetimeFigureOut">
              <a:rPr lang="zh-CN" altLang="en-US" smtClean="0"/>
              <a:t>2026/7/13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FACF8B79-F39C-55DE-5E2F-3EA4DCBAB5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2C900DAD-CB20-720C-BCE0-990D970B6A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B09AAA-1843-44C7-8C31-D7AC280EB2CF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95948945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6F445B8B-2E86-AB3F-E2F5-A8F5B92C66A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E3F49070-15AC-CF71-DCEE-DB0ECC95468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20E268F8-42FC-97EA-FDF4-F6A829C46D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418217-8E16-49AE-98DB-91CE6F89811F}" type="datetimeFigureOut">
              <a:rPr lang="zh-CN" altLang="en-US" smtClean="0"/>
              <a:t>2026/7/13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399665BC-CCA6-1B6A-C0B0-B5E0372123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DB7E8945-F853-6D91-6CCF-AC3DAC04C6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B09AAA-1843-44C7-8C31-D7AC280EB2CF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45384218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7C1DAA35-0EC2-8640-9DAE-89DEEDF8C2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A52A2C3F-017B-B042-B449-CF3E9D89B99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B0B7DCDA-98C6-AA68-74A3-3484411AB3C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1418217-8E16-49AE-98DB-91CE6F89811F}" type="datetimeFigureOut">
              <a:rPr lang="zh-CN" altLang="en-US" smtClean="0"/>
              <a:t>2026/7/13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EA8E3C62-4936-EDAD-751D-D23940FA923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32EA6A1F-A089-7E02-C7D4-AF7F7B4E7A8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1B09AAA-1843-44C7-8C31-D7AC280EB2CF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84851766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19A0592D-680D-3D86-A541-87E164984ACA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US" altLang="zh-CN" sz="4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Bioinformatics_Agent_Architecture</a:t>
            </a:r>
            <a:endParaRPr lang="zh-CN" altLang="en-US" sz="4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18CDC6C8-6FFC-AA3B-774E-076DFA46BD9B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88455552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AF2BEA59-B55D-0541-2614-A47DFDADA4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27DCC4AF-4979-ECBC-37AF-AC44E934A52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92228300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22B55417-BA58-3B0D-5A62-3AC5562345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config.py</a:t>
            </a:r>
            <a:endParaRPr lang="zh-CN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3441AF47-7DBD-5802-4C69-0049A3E285B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zh-CN" altLang="en-US" sz="2000" dirty="0">
                <a:latin typeface="黑体" panose="02010609060101010101" pitchFamily="49" charset="-122"/>
                <a:ea typeface="黑体" panose="02010609060101010101" pitchFamily="49" charset="-122"/>
              </a:rPr>
              <a:t>应用配置，读取环境变量</a:t>
            </a:r>
            <a:endParaRPr lang="en-US" altLang="zh-CN" sz="2000" dirty="0">
              <a:latin typeface="黑体" panose="02010609060101010101" pitchFamily="49" charset="-122"/>
              <a:ea typeface="黑体" panose="02010609060101010101" pitchFamily="49" charset="-122"/>
            </a:endParaRPr>
          </a:p>
          <a:p>
            <a:pPr lvl="1"/>
            <a:r>
              <a:rPr lang="zh-CN" altLang="en-US" sz="1600" dirty="0">
                <a:latin typeface="黑体" panose="02010609060101010101" pitchFamily="49" charset="-122"/>
                <a:ea typeface="黑体" panose="02010609060101010101" pitchFamily="49" charset="-122"/>
              </a:rPr>
              <a:t>大模型</a:t>
            </a:r>
            <a:r>
              <a:rPr lang="en-US" altLang="zh-CN" sz="1600" dirty="0">
                <a:latin typeface="Times New Roman" panose="02020603050405020304" pitchFamily="18" charset="0"/>
                <a:ea typeface="黑体" panose="02010609060101010101" pitchFamily="49" charset="-122"/>
                <a:cs typeface="Times New Roman" panose="02020603050405020304" pitchFamily="18" charset="0"/>
              </a:rPr>
              <a:t>API</a:t>
            </a:r>
          </a:p>
          <a:p>
            <a:pPr lvl="1"/>
            <a:r>
              <a:rPr lang="en-US" altLang="zh-CN" sz="1600" dirty="0">
                <a:latin typeface="Times New Roman" panose="02020603050405020304" pitchFamily="18" charset="0"/>
                <a:ea typeface="黑体" panose="02010609060101010101" pitchFamily="49" charset="-122"/>
                <a:cs typeface="Times New Roman" panose="02020603050405020304" pitchFamily="18" charset="0"/>
              </a:rPr>
              <a:t>PubMed</a:t>
            </a:r>
          </a:p>
          <a:p>
            <a:pPr lvl="1"/>
            <a:r>
              <a:rPr lang="en-US" altLang="zh-CN" sz="1600" dirty="0">
                <a:latin typeface="Times New Roman" panose="02020603050405020304" pitchFamily="18" charset="0"/>
                <a:ea typeface="黑体" panose="02010609060101010101" pitchFamily="49" charset="-122"/>
                <a:cs typeface="Times New Roman" panose="02020603050405020304" pitchFamily="18" charset="0"/>
              </a:rPr>
              <a:t>App</a:t>
            </a:r>
            <a:r>
              <a:rPr lang="zh-CN" altLang="en-US" sz="1600" dirty="0">
                <a:latin typeface="黑体" panose="02010609060101010101" pitchFamily="49" charset="-122"/>
                <a:ea typeface="黑体" panose="02010609060101010101" pitchFamily="49" charset="-122"/>
              </a:rPr>
              <a:t>信息</a:t>
            </a:r>
            <a:r>
              <a:rPr lang="en-US" altLang="zh-CN" sz="1600" dirty="0">
                <a:latin typeface="黑体" panose="02010609060101010101" pitchFamily="49" charset="-122"/>
                <a:ea typeface="黑体" panose="02010609060101010101" pitchFamily="49" charset="-122"/>
              </a:rPr>
              <a:t>(</a:t>
            </a:r>
            <a:r>
              <a:rPr lang="en-US" altLang="zh-CN" sz="1600" dirty="0" err="1">
                <a:latin typeface="Times New Roman" panose="02020603050405020304" pitchFamily="18" charset="0"/>
                <a:ea typeface="黑体" panose="02010609060101010101" pitchFamily="49" charset="-122"/>
                <a:cs typeface="Times New Roman" panose="02020603050405020304" pitchFamily="18" charset="0"/>
              </a:rPr>
              <a:t>port,log_level</a:t>
            </a:r>
            <a:r>
              <a:rPr lang="en-US" altLang="zh-CN" sz="1600" dirty="0">
                <a:latin typeface="黑体" panose="02010609060101010101" pitchFamily="49" charset="-122"/>
                <a:ea typeface="黑体" panose="02010609060101010101" pitchFamily="49" charset="-122"/>
              </a:rPr>
              <a:t>)</a:t>
            </a:r>
          </a:p>
          <a:p>
            <a:pPr lvl="1"/>
            <a:r>
              <a:rPr lang="zh-CN" altLang="en-US" sz="1600" dirty="0">
                <a:latin typeface="黑体" panose="02010609060101010101" pitchFamily="49" charset="-122"/>
                <a:ea typeface="黑体" panose="02010609060101010101" pitchFamily="49" charset="-122"/>
              </a:rPr>
              <a:t>数据路径</a:t>
            </a:r>
          </a:p>
        </p:txBody>
      </p:sp>
    </p:spTree>
    <p:extLst>
      <p:ext uri="{BB962C8B-B14F-4D97-AF65-F5344CB8AC3E}">
        <p14:creationId xmlns:p14="http://schemas.microsoft.com/office/powerpoint/2010/main" val="415455453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D59375E-54FB-F0AA-2552-1D9A6F3FA1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main.py</a:t>
            </a:r>
            <a:endParaRPr lang="zh-CN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A20BB6D4-C3AF-5AFD-6C19-159C42E7114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CN" altLang="en-US" dirty="0"/>
              <a:t>后端使用</a:t>
            </a:r>
            <a:r>
              <a:rPr lang="en-US" altLang="zh-CN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FastAPI</a:t>
            </a:r>
            <a:endParaRPr lang="en-US" altLang="zh-C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1"/>
            <a:r>
              <a:rPr lang="zh-CN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uvicorn.run(</a:t>
            </a:r>
            <a:br>
              <a:rPr lang="zh-CN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zh-CN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 "backend.api.server:app",</a:t>
            </a:r>
            <a:br>
              <a:rPr lang="zh-CN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zh-CN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 host=config.APP_HOST,</a:t>
            </a:r>
            <a:br>
              <a:rPr lang="zh-CN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zh-CN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 port=config.APP_PORT,</a:t>
            </a:r>
            <a:br>
              <a:rPr lang="zh-CN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zh-CN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 log_level=config.LOG_LEVEL.lower(),</a:t>
            </a:r>
            <a:br>
              <a:rPr lang="zh-CN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zh-CN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 reload=False,</a:t>
            </a:r>
            <a:br>
              <a:rPr lang="zh-CN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zh-CN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)</a:t>
            </a:r>
          </a:p>
          <a:p>
            <a:pPr marL="457200" lvl="1" indent="0">
              <a:buNone/>
            </a:pPr>
            <a:endParaRPr lang="zh-CN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3585524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D0675D2D-2F83-A932-0D24-8FFAE6FF8C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backend.api.server</a:t>
            </a: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  <a:r>
              <a:rPr lang="en-US" altLang="zh-CN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py</a:t>
            </a:r>
            <a:endParaRPr lang="zh-CN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D9E2E0E2-7A8D-0C8D-F91F-5A167042150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CN" altLang="en-US" dirty="0">
                <a:latin typeface="黑体" panose="02010609060101010101" pitchFamily="49" charset="-122"/>
                <a:ea typeface="黑体" panose="02010609060101010101" pitchFamily="49" charset="-122"/>
              </a:rPr>
              <a:t>初始化</a:t>
            </a:r>
            <a:endParaRPr lang="en-US" altLang="zh-CN" dirty="0">
              <a:latin typeface="黑体" panose="02010609060101010101" pitchFamily="49" charset="-122"/>
              <a:ea typeface="黑体" panose="02010609060101010101" pitchFamily="49" charset="-122"/>
            </a:endParaRPr>
          </a:p>
          <a:p>
            <a:pPr lvl="1"/>
            <a:r>
              <a:rPr lang="zh-CN" altLang="en-US" dirty="0">
                <a:latin typeface="黑体" panose="02010609060101010101" pitchFamily="49" charset="-122"/>
                <a:ea typeface="黑体" panose="02010609060101010101" pitchFamily="49" charset="-122"/>
              </a:rPr>
              <a:t>确保数据目录存在</a:t>
            </a:r>
            <a:r>
              <a:rPr lang="en-US" altLang="zh-CN" dirty="0">
                <a:latin typeface="黑体" panose="02010609060101010101" pitchFamily="49" charset="-122"/>
                <a:ea typeface="黑体" panose="02010609060101010101" pitchFamily="49" charset="-122"/>
              </a:rPr>
              <a:t>:</a:t>
            </a:r>
            <a:r>
              <a:rPr lang="zh-CN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config.ensure_dirs()</a:t>
            </a:r>
          </a:p>
          <a:p>
            <a:pPr lvl="1"/>
            <a:endParaRPr lang="zh-CN" altLang="en-US" dirty="0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pic>
        <p:nvPicPr>
          <p:cNvPr id="7" name="图片 6">
            <a:extLst>
              <a:ext uri="{FF2B5EF4-FFF2-40B4-BE49-F238E27FC236}">
                <a16:creationId xmlns:a16="http://schemas.microsoft.com/office/drawing/2014/main" id="{C7DA6C48-948E-549A-1A23-805D9760417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36337" y="2809843"/>
            <a:ext cx="4083260" cy="12383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8319550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C9BD4F-EA4B-B54A-9359-1237E8F14E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8C5E1054-5E62-6149-BD56-F5E43A1DF7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backend.api.server</a:t>
            </a: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  <a:r>
              <a:rPr lang="en-US" altLang="zh-CN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py</a:t>
            </a:r>
            <a:endParaRPr lang="zh-CN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5DA9A967-F103-B910-3EF8-7E244CA6C39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CN" altLang="en-US" dirty="0">
                <a:latin typeface="黑体" panose="02010609060101010101" pitchFamily="49" charset="-122"/>
                <a:ea typeface="黑体" panose="02010609060101010101" pitchFamily="49" charset="-122"/>
              </a:rPr>
              <a:t>初始化</a:t>
            </a:r>
            <a:endParaRPr lang="en-US" altLang="zh-CN" dirty="0">
              <a:latin typeface="黑体" panose="02010609060101010101" pitchFamily="49" charset="-122"/>
              <a:ea typeface="黑体" panose="02010609060101010101" pitchFamily="49" charset="-122"/>
            </a:endParaRPr>
          </a:p>
          <a:p>
            <a:pPr lvl="1"/>
            <a:r>
              <a:rPr lang="zh-CN" altLang="en-US" dirty="0">
                <a:latin typeface="黑体" panose="02010609060101010101" pitchFamily="49" charset="-122"/>
                <a:ea typeface="黑体" panose="02010609060101010101" pitchFamily="49" charset="-122"/>
              </a:rPr>
              <a:t>初始化数据库</a:t>
            </a:r>
            <a:r>
              <a:rPr lang="en-US" altLang="zh-CN" dirty="0">
                <a:latin typeface="黑体" panose="02010609060101010101" pitchFamily="49" charset="-122"/>
                <a:ea typeface="黑体" panose="02010609060101010101" pitchFamily="49" charset="-122"/>
              </a:rPr>
              <a:t>:</a:t>
            </a:r>
            <a:r>
              <a:rPr lang="zh-CN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init_db()</a:t>
            </a:r>
            <a:endParaRPr lang="en-US" altLang="zh-C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2"/>
            <a:r>
              <a:rPr lang="zh-CN" altLang="en-US" dirty="0">
                <a:latin typeface="黑体" panose="02010609060101010101" pitchFamily="49" charset="-122"/>
                <a:ea typeface="黑体" panose="02010609060101010101" pitchFamily="49" charset="-122"/>
                <a:cs typeface="Times New Roman" panose="02020603050405020304" pitchFamily="18" charset="0"/>
              </a:rPr>
              <a:t>初始化</a:t>
            </a:r>
            <a:r>
              <a:rPr lang="zh-CN" altLang="zh-CN" dirty="0">
                <a:latin typeface="Times New Roman" panose="02020603050405020304" pitchFamily="18" charset="0"/>
                <a:ea typeface="黑体" panose="02010609060101010101" pitchFamily="49" charset="-122"/>
                <a:cs typeface="Times New Roman" panose="02020603050405020304" pitchFamily="18" charset="0"/>
              </a:rPr>
              <a:t>Conversation</a:t>
            </a:r>
            <a:r>
              <a:rPr lang="zh-CN" altLang="en-US" dirty="0">
                <a:latin typeface="Times New Roman" panose="02020603050405020304" pitchFamily="18" charset="0"/>
                <a:ea typeface="黑体" panose="02010609060101010101" pitchFamily="49" charset="-122"/>
                <a:cs typeface="Times New Roman" panose="02020603050405020304" pitchFamily="18" charset="0"/>
              </a:rPr>
              <a:t>、</a:t>
            </a:r>
            <a:r>
              <a:rPr lang="zh-CN" altLang="zh-CN" dirty="0">
                <a:latin typeface="Times New Roman" panose="02020603050405020304" pitchFamily="18" charset="0"/>
                <a:ea typeface="黑体" panose="02010609060101010101" pitchFamily="49" charset="-122"/>
                <a:cs typeface="Times New Roman" panose="02020603050405020304" pitchFamily="18" charset="0"/>
              </a:rPr>
              <a:t>Message</a:t>
            </a:r>
            <a:r>
              <a:rPr lang="zh-CN" altLang="en-US" dirty="0">
                <a:latin typeface="Times New Roman" panose="02020603050405020304" pitchFamily="18" charset="0"/>
                <a:ea typeface="黑体" panose="02010609060101010101" pitchFamily="49" charset="-122"/>
                <a:cs typeface="Times New Roman" panose="02020603050405020304" pitchFamily="18" charset="0"/>
              </a:rPr>
              <a:t>、</a:t>
            </a:r>
            <a:r>
              <a:rPr lang="zh-CN" altLang="zh-CN" dirty="0">
                <a:latin typeface="Times New Roman" panose="02020603050405020304" pitchFamily="18" charset="0"/>
                <a:ea typeface="黑体" panose="02010609060101010101" pitchFamily="49" charset="-122"/>
                <a:cs typeface="Times New Roman" panose="02020603050405020304" pitchFamily="18" charset="0"/>
              </a:rPr>
              <a:t>ResearchRecord</a:t>
            </a:r>
            <a:r>
              <a:rPr lang="zh-CN" altLang="en-US" dirty="0">
                <a:latin typeface="Times New Roman" panose="02020603050405020304" pitchFamily="18" charset="0"/>
                <a:ea typeface="黑体" panose="02010609060101010101" pitchFamily="49" charset="-122"/>
                <a:cs typeface="Times New Roman" panose="02020603050405020304" pitchFamily="18" charset="0"/>
              </a:rPr>
              <a:t>三张表</a:t>
            </a:r>
            <a:endParaRPr lang="zh-CN" altLang="zh-CN" dirty="0">
              <a:latin typeface="Times New Roman" panose="02020603050405020304" pitchFamily="18" charset="0"/>
              <a:ea typeface="黑体" panose="02010609060101010101" pitchFamily="49" charset="-122"/>
              <a:cs typeface="Times New Roman" panose="02020603050405020304" pitchFamily="18" charset="0"/>
            </a:endParaRPr>
          </a:p>
          <a:p>
            <a:pPr lvl="1"/>
            <a:endParaRPr lang="zh-CN" altLang="en-US" dirty="0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420511799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BA14FF-48A9-842E-D8BC-1965D117F0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E7649979-CB66-66F6-348F-EEE0FAB2A2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backend.api.server</a:t>
            </a: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  <a:r>
              <a:rPr lang="en-US" altLang="zh-CN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py</a:t>
            </a:r>
            <a:endParaRPr lang="zh-CN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82E252A4-4C62-2396-74CD-CA13A2FB8A7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CN" altLang="en-US" dirty="0">
                <a:latin typeface="黑体" panose="02010609060101010101" pitchFamily="49" charset="-122"/>
                <a:ea typeface="黑体" panose="02010609060101010101" pitchFamily="49" charset="-122"/>
              </a:rPr>
              <a:t>后端接口</a:t>
            </a:r>
          </a:p>
        </p:txBody>
      </p:sp>
    </p:spTree>
    <p:extLst>
      <p:ext uri="{BB962C8B-B14F-4D97-AF65-F5344CB8AC3E}">
        <p14:creationId xmlns:p14="http://schemas.microsoft.com/office/powerpoint/2010/main" val="314037655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04FBD1-86AB-8613-0064-C050F80E0F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1B5EA3CD-F0D9-E4EA-58EF-D87F137906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backend.api.server</a:t>
            </a: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  <a:r>
              <a:rPr lang="en-US" altLang="zh-CN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py</a:t>
            </a:r>
            <a:endParaRPr lang="zh-CN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D52A631E-2F2D-D748-DEAD-9E9B58BEC98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CN" altLang="en-US" dirty="0">
                <a:latin typeface="黑体" panose="02010609060101010101" pitchFamily="49" charset="-122"/>
                <a:ea typeface="黑体" panose="02010609060101010101" pitchFamily="49" charset="-122"/>
              </a:rPr>
              <a:t>后端接口</a:t>
            </a:r>
            <a:endParaRPr lang="en-US" altLang="zh-CN" dirty="0">
              <a:latin typeface="黑体" panose="02010609060101010101" pitchFamily="49" charset="-122"/>
              <a:ea typeface="黑体" panose="02010609060101010101" pitchFamily="49" charset="-122"/>
            </a:endParaRPr>
          </a:p>
          <a:p>
            <a:pPr lvl="1"/>
            <a:r>
              <a:rPr lang="zh-CN" altLang="zh-CN" dirty="0">
                <a:solidFill>
                  <a:schemeClr val="accent6">
                    <a:lumMod val="75000"/>
                  </a:schemeClr>
                </a:solidFill>
                <a:latin typeface="Times New Roman" panose="02020603050405020304" pitchFamily="18" charset="0"/>
                <a:ea typeface="黑体" panose="02010609060101010101" pitchFamily="49" charset="-122"/>
                <a:cs typeface="Times New Roman" panose="02020603050405020304" pitchFamily="18" charset="0"/>
              </a:rPr>
              <a:t>"/api/health"</a:t>
            </a:r>
          </a:p>
          <a:p>
            <a:pPr lvl="1"/>
            <a:endParaRPr lang="zh-CN" altLang="en-US" dirty="0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241754772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76F2A7-D132-85D8-1F6D-733F7E6031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985AAC2-D913-FBEA-8CF2-631038C0F7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backend.api.server</a:t>
            </a: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  <a:r>
              <a:rPr lang="en-US" altLang="zh-CN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py</a:t>
            </a:r>
            <a:endParaRPr lang="zh-CN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1A85075A-F855-914F-70FE-4B223EC6ACC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904992"/>
          </a:xfrm>
        </p:spPr>
        <p:txBody>
          <a:bodyPr>
            <a:normAutofit/>
          </a:bodyPr>
          <a:lstStyle/>
          <a:p>
            <a:r>
              <a:rPr lang="zh-CN" altLang="en-US" dirty="0">
                <a:latin typeface="黑体" panose="02010609060101010101" pitchFamily="49" charset="-122"/>
                <a:ea typeface="黑体" panose="02010609060101010101" pitchFamily="49" charset="-122"/>
              </a:rPr>
              <a:t>后端接口</a:t>
            </a:r>
            <a:endParaRPr lang="en-US" altLang="zh-CN" dirty="0">
              <a:latin typeface="黑体" panose="02010609060101010101" pitchFamily="49" charset="-122"/>
              <a:ea typeface="黑体" panose="02010609060101010101" pitchFamily="49" charset="-122"/>
            </a:endParaRPr>
          </a:p>
          <a:p>
            <a:pPr lvl="1"/>
            <a:r>
              <a:rPr lang="zh-CN" altLang="zh-CN" dirty="0">
                <a:solidFill>
                  <a:schemeClr val="accent6">
                    <a:lumMod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"/api/research"</a:t>
            </a:r>
          </a:p>
          <a:p>
            <a:pPr marL="457200" lvl="1" indent="0">
              <a:buNone/>
            </a:pPr>
            <a:endParaRPr lang="zh-CN" altLang="en-US" dirty="0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E04EFDA3-01BB-0F86-08CB-FB6EE34AEB2C}"/>
              </a:ext>
            </a:extLst>
          </p:cNvPr>
          <p:cNvSpPr txBox="1"/>
          <p:nvPr/>
        </p:nvSpPr>
        <p:spPr>
          <a:xfrm>
            <a:off x="158691" y="3825379"/>
            <a:ext cx="204761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zh-CN" sz="1400" dirty="0">
                <a:latin typeface="Times New Roman" panose="02020603050405020304" pitchFamily="18" charset="0"/>
                <a:ea typeface="黑体" panose="02010609060101010101" pitchFamily="49" charset="-122"/>
                <a:cs typeface="Times New Roman" panose="02020603050405020304" pitchFamily="18" charset="0"/>
              </a:rPr>
              <a:t>request: ResearchRequest</a:t>
            </a:r>
          </a:p>
        </p:txBody>
      </p:sp>
      <p:cxnSp>
        <p:nvCxnSpPr>
          <p:cNvPr id="6" name="直接箭头连接符 5">
            <a:extLst>
              <a:ext uri="{FF2B5EF4-FFF2-40B4-BE49-F238E27FC236}">
                <a16:creationId xmlns:a16="http://schemas.microsoft.com/office/drawing/2014/main" id="{2E3AB65D-0FB3-2588-98DA-96CC672655BC}"/>
              </a:ext>
            </a:extLst>
          </p:cNvPr>
          <p:cNvCxnSpPr/>
          <p:nvPr/>
        </p:nvCxnSpPr>
        <p:spPr>
          <a:xfrm>
            <a:off x="2130805" y="3988965"/>
            <a:ext cx="28942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文本框 6">
            <a:extLst>
              <a:ext uri="{FF2B5EF4-FFF2-40B4-BE49-F238E27FC236}">
                <a16:creationId xmlns:a16="http://schemas.microsoft.com/office/drawing/2014/main" id="{1F017413-DEB2-CA58-7FAC-28648533A2CB}"/>
              </a:ext>
            </a:extLst>
          </p:cNvPr>
          <p:cNvSpPr txBox="1"/>
          <p:nvPr/>
        </p:nvSpPr>
        <p:spPr>
          <a:xfrm>
            <a:off x="1510020" y="4266999"/>
            <a:ext cx="38169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db</a:t>
            </a:r>
            <a:endParaRPr lang="zh-CN" alt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12" name="直接连接符 11">
            <a:extLst>
              <a:ext uri="{FF2B5EF4-FFF2-40B4-BE49-F238E27FC236}">
                <a16:creationId xmlns:a16="http://schemas.microsoft.com/office/drawing/2014/main" id="{1974C387-B992-139F-EBFA-1174B77154DD}"/>
              </a:ext>
            </a:extLst>
          </p:cNvPr>
          <p:cNvCxnSpPr/>
          <p:nvPr/>
        </p:nvCxnSpPr>
        <p:spPr>
          <a:xfrm flipV="1">
            <a:off x="2235666" y="3988965"/>
            <a:ext cx="0" cy="431923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流程图: 决策 14">
            <a:extLst>
              <a:ext uri="{FF2B5EF4-FFF2-40B4-BE49-F238E27FC236}">
                <a16:creationId xmlns:a16="http://schemas.microsoft.com/office/drawing/2014/main" id="{C7942E4B-344A-8772-16B9-77DD74D6FC4C}"/>
              </a:ext>
            </a:extLst>
          </p:cNvPr>
          <p:cNvSpPr/>
          <p:nvPr/>
        </p:nvSpPr>
        <p:spPr>
          <a:xfrm>
            <a:off x="2449587" y="3835076"/>
            <a:ext cx="864066" cy="307777"/>
          </a:xfrm>
          <a:prstGeom prst="flowChartDecision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17" name="文本框 16">
            <a:extLst>
              <a:ext uri="{FF2B5EF4-FFF2-40B4-BE49-F238E27FC236}">
                <a16:creationId xmlns:a16="http://schemas.microsoft.com/office/drawing/2014/main" id="{B1062C66-F2CC-D280-3395-7C4B3B3ED7B4}"/>
              </a:ext>
            </a:extLst>
          </p:cNvPr>
          <p:cNvSpPr txBox="1"/>
          <p:nvPr/>
        </p:nvSpPr>
        <p:spPr>
          <a:xfrm>
            <a:off x="2457978" y="3527299"/>
            <a:ext cx="101506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conv_id</a:t>
            </a:r>
            <a:r>
              <a:rPr lang="en-US" altLang="zh-C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?</a:t>
            </a:r>
            <a:endParaRPr lang="zh-CN" alt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19" name="连接符: 肘形 18">
            <a:extLst>
              <a:ext uri="{FF2B5EF4-FFF2-40B4-BE49-F238E27FC236}">
                <a16:creationId xmlns:a16="http://schemas.microsoft.com/office/drawing/2014/main" id="{E881866B-8372-4BE2-BBBF-087632A0F825}"/>
              </a:ext>
            </a:extLst>
          </p:cNvPr>
          <p:cNvCxnSpPr>
            <a:cxnSpLocks/>
            <a:stCxn id="15" idx="3"/>
          </p:cNvCxnSpPr>
          <p:nvPr/>
        </p:nvCxnSpPr>
        <p:spPr>
          <a:xfrm>
            <a:off x="3313653" y="3988965"/>
            <a:ext cx="1275125" cy="1166070"/>
          </a:xfrm>
          <a:prstGeom prst="bentConnector3">
            <a:avLst>
              <a:gd name="adj1" fmla="val 16118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连接符: 肘形 21">
            <a:extLst>
              <a:ext uri="{FF2B5EF4-FFF2-40B4-BE49-F238E27FC236}">
                <a16:creationId xmlns:a16="http://schemas.microsoft.com/office/drawing/2014/main" id="{F9859621-6921-F9B8-DE48-4BB4082754CF}"/>
              </a:ext>
            </a:extLst>
          </p:cNvPr>
          <p:cNvCxnSpPr>
            <a:cxnSpLocks/>
            <a:stCxn id="15" idx="3"/>
          </p:cNvCxnSpPr>
          <p:nvPr/>
        </p:nvCxnSpPr>
        <p:spPr>
          <a:xfrm flipV="1">
            <a:off x="3313653" y="2952924"/>
            <a:ext cx="1333848" cy="1036041"/>
          </a:xfrm>
          <a:prstGeom prst="bentConnector3">
            <a:avLst>
              <a:gd name="adj1" fmla="val 15723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文本框 27">
            <a:extLst>
              <a:ext uri="{FF2B5EF4-FFF2-40B4-BE49-F238E27FC236}">
                <a16:creationId xmlns:a16="http://schemas.microsoft.com/office/drawing/2014/main" id="{CA2293A6-27AA-CE88-43EA-6C8CF0FDD735}"/>
              </a:ext>
            </a:extLst>
          </p:cNvPr>
          <p:cNvSpPr txBox="1"/>
          <p:nvPr/>
        </p:nvSpPr>
        <p:spPr>
          <a:xfrm>
            <a:off x="3896686" y="2669006"/>
            <a:ext cx="30200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Y</a:t>
            </a:r>
            <a:endParaRPr lang="zh-CN" alt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0" name="文本框 29">
            <a:extLst>
              <a:ext uri="{FF2B5EF4-FFF2-40B4-BE49-F238E27FC236}">
                <a16:creationId xmlns:a16="http://schemas.microsoft.com/office/drawing/2014/main" id="{04A7E50C-7E39-8C57-A140-57491C3CD32C}"/>
              </a:ext>
            </a:extLst>
          </p:cNvPr>
          <p:cNvSpPr txBox="1"/>
          <p:nvPr/>
        </p:nvSpPr>
        <p:spPr>
          <a:xfrm>
            <a:off x="3896686" y="4847258"/>
            <a:ext cx="30200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N</a:t>
            </a:r>
            <a:endParaRPr lang="zh-CN" alt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2" name="文本框 31">
            <a:extLst>
              <a:ext uri="{FF2B5EF4-FFF2-40B4-BE49-F238E27FC236}">
                <a16:creationId xmlns:a16="http://schemas.microsoft.com/office/drawing/2014/main" id="{EAACF695-62D1-9146-9A6B-DB8E0AE09A83}"/>
              </a:ext>
            </a:extLst>
          </p:cNvPr>
          <p:cNvSpPr txBox="1"/>
          <p:nvPr/>
        </p:nvSpPr>
        <p:spPr>
          <a:xfrm>
            <a:off x="4588778" y="4970369"/>
            <a:ext cx="4496151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zh-CN" altLang="zh-CN" sz="1400" dirty="0">
                <a:solidFill>
                  <a:srgbClr val="080808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conv = Conversation(title=request.query[:</a:t>
            </a:r>
            <a:r>
              <a:rPr lang="zh-CN" altLang="zh-CN" sz="1400" dirty="0">
                <a:solidFill>
                  <a:srgbClr val="1750EB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80</a:t>
            </a:r>
            <a:r>
              <a:rPr lang="zh-CN" altLang="zh-CN" sz="1400" dirty="0">
                <a:solidFill>
                  <a:srgbClr val="080808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])</a:t>
            </a:r>
          </a:p>
        </p:txBody>
      </p:sp>
      <p:sp>
        <p:nvSpPr>
          <p:cNvPr id="34" name="文本框 33">
            <a:extLst>
              <a:ext uri="{FF2B5EF4-FFF2-40B4-BE49-F238E27FC236}">
                <a16:creationId xmlns:a16="http://schemas.microsoft.com/office/drawing/2014/main" id="{7DAC07FE-B673-C127-C7FB-A2A57E517617}"/>
              </a:ext>
            </a:extLst>
          </p:cNvPr>
          <p:cNvSpPr txBox="1"/>
          <p:nvPr/>
        </p:nvSpPr>
        <p:spPr>
          <a:xfrm>
            <a:off x="4588778" y="2768258"/>
            <a:ext cx="6096698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zh-CN" altLang="zh-CN" sz="1400" dirty="0">
                <a:solidFill>
                  <a:srgbClr val="080808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conv = db.query(Conversation).filter_by(id=conv_id).first()</a:t>
            </a:r>
          </a:p>
        </p:txBody>
      </p:sp>
      <p:cxnSp>
        <p:nvCxnSpPr>
          <p:cNvPr id="36" name="直接连接符 35">
            <a:extLst>
              <a:ext uri="{FF2B5EF4-FFF2-40B4-BE49-F238E27FC236}">
                <a16:creationId xmlns:a16="http://schemas.microsoft.com/office/drawing/2014/main" id="{B548C03A-122F-65AE-E6D2-B85CB9E11212}"/>
              </a:ext>
            </a:extLst>
          </p:cNvPr>
          <p:cNvCxnSpPr>
            <a:cxnSpLocks/>
          </p:cNvCxnSpPr>
          <p:nvPr/>
        </p:nvCxnSpPr>
        <p:spPr>
          <a:xfrm flipH="1">
            <a:off x="1891717" y="4420888"/>
            <a:ext cx="343949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直接箭头连接符 41">
            <a:extLst>
              <a:ext uri="{FF2B5EF4-FFF2-40B4-BE49-F238E27FC236}">
                <a16:creationId xmlns:a16="http://schemas.microsoft.com/office/drawing/2014/main" id="{FAB3CD96-83DE-0C7A-F014-6A795AAA35A3}"/>
              </a:ext>
            </a:extLst>
          </p:cNvPr>
          <p:cNvCxnSpPr/>
          <p:nvPr/>
        </p:nvCxnSpPr>
        <p:spPr>
          <a:xfrm>
            <a:off x="8514826" y="4133156"/>
            <a:ext cx="734036" cy="969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直接连接符 43">
            <a:extLst>
              <a:ext uri="{FF2B5EF4-FFF2-40B4-BE49-F238E27FC236}">
                <a16:creationId xmlns:a16="http://schemas.microsoft.com/office/drawing/2014/main" id="{9248DB02-1D15-E8FF-B204-C7B2E804EEFB}"/>
              </a:ext>
            </a:extLst>
          </p:cNvPr>
          <p:cNvCxnSpPr/>
          <p:nvPr/>
        </p:nvCxnSpPr>
        <p:spPr>
          <a:xfrm flipV="1">
            <a:off x="8514826" y="3076035"/>
            <a:ext cx="0" cy="1057121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直接连接符 45">
            <a:extLst>
              <a:ext uri="{FF2B5EF4-FFF2-40B4-BE49-F238E27FC236}">
                <a16:creationId xmlns:a16="http://schemas.microsoft.com/office/drawing/2014/main" id="{613DC273-9B1D-C045-D08E-AA475BA15BBD}"/>
              </a:ext>
            </a:extLst>
          </p:cNvPr>
          <p:cNvCxnSpPr/>
          <p:nvPr/>
        </p:nvCxnSpPr>
        <p:spPr>
          <a:xfrm>
            <a:off x="8514826" y="4133156"/>
            <a:ext cx="0" cy="1062516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文本框 47">
            <a:extLst>
              <a:ext uri="{FF2B5EF4-FFF2-40B4-BE49-F238E27FC236}">
                <a16:creationId xmlns:a16="http://schemas.microsoft.com/office/drawing/2014/main" id="{4EA3A7E8-5DC8-5F95-1356-B48C8CCDBBD7}"/>
              </a:ext>
            </a:extLst>
          </p:cNvPr>
          <p:cNvSpPr txBox="1"/>
          <p:nvPr/>
        </p:nvSpPr>
        <p:spPr>
          <a:xfrm>
            <a:off x="9218452" y="3953338"/>
            <a:ext cx="271908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zh-CN" sz="1800" dirty="0">
                <a:solidFill>
                  <a:srgbClr val="080808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Message</a:t>
            </a:r>
            <a:r>
              <a:rPr lang="en-US" altLang="zh-CN" sz="1800" dirty="0">
                <a:solidFill>
                  <a:srgbClr val="080808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&amp;</a:t>
            </a:r>
            <a:r>
              <a:rPr lang="zh-CN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ResearchRecord</a:t>
            </a:r>
          </a:p>
        </p:txBody>
      </p:sp>
      <p:cxnSp>
        <p:nvCxnSpPr>
          <p:cNvPr id="50" name="直接连接符 49">
            <a:extLst>
              <a:ext uri="{FF2B5EF4-FFF2-40B4-BE49-F238E27FC236}">
                <a16:creationId xmlns:a16="http://schemas.microsoft.com/office/drawing/2014/main" id="{6AC246D3-AAF7-2EC0-F006-9AD79101DC4A}"/>
              </a:ext>
            </a:extLst>
          </p:cNvPr>
          <p:cNvCxnSpPr/>
          <p:nvPr/>
        </p:nvCxnSpPr>
        <p:spPr>
          <a:xfrm>
            <a:off x="11937533" y="1430323"/>
            <a:ext cx="29362" cy="5222147"/>
          </a:xfrm>
          <a:prstGeom prst="line">
            <a:avLst/>
          </a:prstGeom>
          <a:ln>
            <a:solidFill>
              <a:schemeClr val="accent1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文本框 50">
            <a:extLst>
              <a:ext uri="{FF2B5EF4-FFF2-40B4-BE49-F238E27FC236}">
                <a16:creationId xmlns:a16="http://schemas.microsoft.com/office/drawing/2014/main" id="{4FC0E561-C9A8-A777-8D22-FA831C02D5EA}"/>
              </a:ext>
            </a:extLst>
          </p:cNvPr>
          <p:cNvSpPr txBox="1"/>
          <p:nvPr/>
        </p:nvSpPr>
        <p:spPr>
          <a:xfrm>
            <a:off x="4437775" y="5736330"/>
            <a:ext cx="254605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2800" dirty="0">
                <a:solidFill>
                  <a:srgbClr val="FF0000"/>
                </a:solidFill>
                <a:latin typeface="黑体" panose="02010609060101010101" pitchFamily="49" charset="-122"/>
                <a:ea typeface="黑体" panose="02010609060101010101" pitchFamily="49" charset="-122"/>
                <a:cs typeface="Times New Roman" panose="02020603050405020304" pitchFamily="18" charset="0"/>
              </a:rPr>
              <a:t>落库记录请求</a:t>
            </a:r>
          </a:p>
        </p:txBody>
      </p:sp>
    </p:spTree>
    <p:extLst>
      <p:ext uri="{BB962C8B-B14F-4D97-AF65-F5344CB8AC3E}">
        <p14:creationId xmlns:p14="http://schemas.microsoft.com/office/powerpoint/2010/main" val="105557613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E30D8A-F40A-9238-C4B5-F3B0EC85C5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B0D37A57-6D1C-E215-3347-CFCB062F40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backend.api.server</a:t>
            </a: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  <a:r>
              <a:rPr lang="en-US" altLang="zh-CN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py</a:t>
            </a:r>
            <a:endParaRPr lang="zh-CN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A143E09C-5503-B600-8537-2B2C72F235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CN" altLang="en-US" dirty="0">
                <a:latin typeface="黑体" panose="02010609060101010101" pitchFamily="49" charset="-122"/>
                <a:ea typeface="黑体" panose="02010609060101010101" pitchFamily="49" charset="-122"/>
              </a:rPr>
              <a:t>后端接口</a:t>
            </a:r>
            <a:endParaRPr lang="en-US" altLang="zh-CN" dirty="0">
              <a:latin typeface="黑体" panose="02010609060101010101" pitchFamily="49" charset="-122"/>
              <a:ea typeface="黑体" panose="02010609060101010101" pitchFamily="49" charset="-122"/>
            </a:endParaRPr>
          </a:p>
          <a:p>
            <a:pPr lvl="1"/>
            <a:r>
              <a:rPr lang="zh-CN" altLang="zh-CN" dirty="0">
                <a:solidFill>
                  <a:schemeClr val="accent6">
                    <a:lumMod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"</a:t>
            </a:r>
            <a:r>
              <a:rPr lang="zh-CN" altLang="zh-CN" dirty="0">
                <a:solidFill>
                  <a:schemeClr val="accent6">
                    <a:lumMod val="75000"/>
                  </a:schemeClr>
                </a:solidFill>
                <a:latin typeface="Times New Roman" panose="02020603050405020304" pitchFamily="18" charset="0"/>
                <a:ea typeface="黑体" panose="02010609060101010101" pitchFamily="49" charset="-122"/>
                <a:cs typeface="Times New Roman" panose="02020603050405020304" pitchFamily="18" charset="0"/>
              </a:rPr>
              <a:t>/api/</a:t>
            </a:r>
            <a:r>
              <a:rPr lang="en-US" altLang="zh-CN" dirty="0">
                <a:solidFill>
                  <a:schemeClr val="accent6">
                    <a:lumMod val="75000"/>
                  </a:schemeClr>
                </a:solidFill>
                <a:latin typeface="Times New Roman" panose="02020603050405020304" pitchFamily="18" charset="0"/>
                <a:ea typeface="黑体" panose="02010609060101010101" pitchFamily="49" charset="-122"/>
                <a:cs typeface="Times New Roman" panose="02020603050405020304" pitchFamily="18" charset="0"/>
              </a:rPr>
              <a:t>research</a:t>
            </a:r>
            <a:r>
              <a:rPr lang="zh-CN" altLang="zh-CN" dirty="0">
                <a:solidFill>
                  <a:schemeClr val="accent6">
                    <a:lumMod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"</a:t>
            </a:r>
            <a:endParaRPr lang="en-US" altLang="zh-CN" dirty="0">
              <a:solidFill>
                <a:schemeClr val="accent6">
                  <a:lumMod val="75000"/>
                </a:schemeClr>
              </a:solidFill>
              <a:latin typeface="Times New Roman" panose="02020603050405020304" pitchFamily="18" charset="0"/>
              <a:ea typeface="黑体" panose="02010609060101010101" pitchFamily="49" charset="-122"/>
              <a:cs typeface="Times New Roman" panose="02020603050405020304" pitchFamily="18" charset="0"/>
            </a:endParaRPr>
          </a:p>
          <a:p>
            <a:pPr lvl="2"/>
            <a:r>
              <a:rPr lang="en-US" altLang="zh-CN" dirty="0" err="1">
                <a:solidFill>
                  <a:schemeClr val="accent6">
                    <a:lumMod val="75000"/>
                  </a:schemeClr>
                </a:solidFill>
                <a:latin typeface="Times New Roman" panose="02020603050405020304" pitchFamily="18" charset="0"/>
                <a:ea typeface="黑体" panose="02010609060101010101" pitchFamily="49" charset="-122"/>
                <a:cs typeface="Times New Roman" panose="02020603050405020304" pitchFamily="18" charset="0"/>
              </a:rPr>
              <a:t>event_stream</a:t>
            </a:r>
            <a:r>
              <a:rPr lang="en-US" altLang="zh-CN" dirty="0">
                <a:solidFill>
                  <a:schemeClr val="accent6">
                    <a:lumMod val="75000"/>
                  </a:schemeClr>
                </a:solidFill>
                <a:latin typeface="Times New Roman" panose="02020603050405020304" pitchFamily="18" charset="0"/>
                <a:ea typeface="黑体" panose="02010609060101010101" pitchFamily="49" charset="-122"/>
                <a:cs typeface="Times New Roman" panose="02020603050405020304" pitchFamily="18" charset="0"/>
              </a:rPr>
              <a:t>()</a:t>
            </a:r>
            <a:endParaRPr lang="zh-CN" altLang="zh-CN" dirty="0">
              <a:solidFill>
                <a:schemeClr val="accent6">
                  <a:lumMod val="75000"/>
                </a:schemeClr>
              </a:solidFill>
              <a:latin typeface="Times New Roman" panose="02020603050405020304" pitchFamily="18" charset="0"/>
              <a:ea typeface="黑体" panose="02010609060101010101" pitchFamily="49" charset="-122"/>
              <a:cs typeface="Times New Roman" panose="02020603050405020304" pitchFamily="18" charset="0"/>
            </a:endParaRPr>
          </a:p>
          <a:p>
            <a:pPr lvl="1"/>
            <a:endParaRPr lang="zh-CN" altLang="en-US" dirty="0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pic>
        <p:nvPicPr>
          <p:cNvPr id="5" name="图片 4">
            <a:extLst>
              <a:ext uri="{FF2B5EF4-FFF2-40B4-BE49-F238E27FC236}">
                <a16:creationId xmlns:a16="http://schemas.microsoft.com/office/drawing/2014/main" id="{7D263750-67CB-FEDD-5552-BC62AC02022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8200" y="3273312"/>
            <a:ext cx="3892750" cy="1016052"/>
          </a:xfrm>
          <a:prstGeom prst="rect">
            <a:avLst/>
          </a:prstGeom>
        </p:spPr>
      </p:pic>
      <p:pic>
        <p:nvPicPr>
          <p:cNvPr id="7" name="图片 6">
            <a:extLst>
              <a:ext uri="{FF2B5EF4-FFF2-40B4-BE49-F238E27FC236}">
                <a16:creationId xmlns:a16="http://schemas.microsoft.com/office/drawing/2014/main" id="{7D7FC8E4-D0E5-AE75-52B3-B08F75FF63E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8200" y="4717623"/>
            <a:ext cx="5372376" cy="7112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7773506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6CB686-6F39-1387-CF62-F5196FA06B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64A497A-2890-7B15-B23B-49F33ACD26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backend.api.server</a:t>
            </a: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  <a:r>
              <a:rPr lang="en-US" altLang="zh-CN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py</a:t>
            </a:r>
            <a:endParaRPr lang="zh-CN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D3BD08C5-9BA2-1B50-27C8-2EE0F93CDD4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CN" altLang="en-US" dirty="0">
                <a:latin typeface="黑体" panose="02010609060101010101" pitchFamily="49" charset="-122"/>
                <a:ea typeface="黑体" panose="02010609060101010101" pitchFamily="49" charset="-122"/>
              </a:rPr>
              <a:t>后端接口</a:t>
            </a:r>
            <a:endParaRPr lang="en-US" altLang="zh-CN" dirty="0">
              <a:latin typeface="黑体" panose="02010609060101010101" pitchFamily="49" charset="-122"/>
              <a:ea typeface="黑体" panose="02010609060101010101" pitchFamily="49" charset="-122"/>
            </a:endParaRPr>
          </a:p>
          <a:p>
            <a:pPr lvl="1"/>
            <a:r>
              <a:rPr lang="zh-CN" altLang="zh-CN" dirty="0">
                <a:solidFill>
                  <a:schemeClr val="accent6">
                    <a:lumMod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"</a:t>
            </a:r>
            <a:r>
              <a:rPr lang="zh-CN" altLang="zh-CN" dirty="0">
                <a:solidFill>
                  <a:schemeClr val="accent6">
                    <a:lumMod val="75000"/>
                  </a:schemeClr>
                </a:solidFill>
                <a:latin typeface="Times New Roman" panose="02020603050405020304" pitchFamily="18" charset="0"/>
                <a:ea typeface="黑体" panose="02010609060101010101" pitchFamily="49" charset="-122"/>
                <a:cs typeface="Times New Roman" panose="02020603050405020304" pitchFamily="18" charset="0"/>
              </a:rPr>
              <a:t>/api/</a:t>
            </a:r>
            <a:r>
              <a:rPr lang="en-US" altLang="zh-CN" dirty="0">
                <a:solidFill>
                  <a:schemeClr val="accent6">
                    <a:lumMod val="75000"/>
                  </a:schemeClr>
                </a:solidFill>
                <a:latin typeface="Times New Roman" panose="02020603050405020304" pitchFamily="18" charset="0"/>
                <a:ea typeface="黑体" panose="02010609060101010101" pitchFamily="49" charset="-122"/>
                <a:cs typeface="Times New Roman" panose="02020603050405020304" pitchFamily="18" charset="0"/>
              </a:rPr>
              <a:t>research</a:t>
            </a:r>
            <a:r>
              <a:rPr lang="zh-CN" altLang="zh-CN" dirty="0">
                <a:solidFill>
                  <a:schemeClr val="accent6">
                    <a:lumMod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"</a:t>
            </a:r>
            <a:endParaRPr lang="en-US" altLang="zh-CN" dirty="0">
              <a:solidFill>
                <a:schemeClr val="accent6">
                  <a:lumMod val="75000"/>
                </a:schemeClr>
              </a:solidFill>
              <a:latin typeface="Times New Roman" panose="02020603050405020304" pitchFamily="18" charset="0"/>
              <a:ea typeface="黑体" panose="02010609060101010101" pitchFamily="49" charset="-122"/>
              <a:cs typeface="Times New Roman" panose="02020603050405020304" pitchFamily="18" charset="0"/>
            </a:endParaRPr>
          </a:p>
          <a:p>
            <a:pPr lvl="2"/>
            <a:endParaRPr lang="zh-CN" altLang="en-US" dirty="0">
              <a:latin typeface="Times New Roman" panose="02020603050405020304" pitchFamily="18" charset="0"/>
              <a:ea typeface="黑体" panose="02010609060101010101" pitchFamily="49" charset="-122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3487821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矩形: 圆角 5">
            <a:extLst>
              <a:ext uri="{FF2B5EF4-FFF2-40B4-BE49-F238E27FC236}">
                <a16:creationId xmlns:a16="http://schemas.microsoft.com/office/drawing/2014/main" id="{1EF4B5A0-0E5A-6276-7ECD-522302DFE36C}"/>
              </a:ext>
            </a:extLst>
          </p:cNvPr>
          <p:cNvSpPr/>
          <p:nvPr/>
        </p:nvSpPr>
        <p:spPr>
          <a:xfrm>
            <a:off x="1591357" y="166713"/>
            <a:ext cx="1273087" cy="257649"/>
          </a:xfrm>
          <a:prstGeom prst="round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zh-CN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execute_research</a:t>
            </a:r>
          </a:p>
        </p:txBody>
      </p:sp>
      <p:cxnSp>
        <p:nvCxnSpPr>
          <p:cNvPr id="8" name="直接箭头连接符 7">
            <a:extLst>
              <a:ext uri="{FF2B5EF4-FFF2-40B4-BE49-F238E27FC236}">
                <a16:creationId xmlns:a16="http://schemas.microsoft.com/office/drawing/2014/main" id="{8708A6F2-CFC8-6F83-5152-55DECE4EA9F7}"/>
              </a:ext>
            </a:extLst>
          </p:cNvPr>
          <p:cNvCxnSpPr>
            <a:cxnSpLocks/>
          </p:cNvCxnSpPr>
          <p:nvPr/>
        </p:nvCxnSpPr>
        <p:spPr>
          <a:xfrm>
            <a:off x="2227900" y="424362"/>
            <a:ext cx="0" cy="52540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矩形: 圆角 10">
            <a:extLst>
              <a:ext uri="{FF2B5EF4-FFF2-40B4-BE49-F238E27FC236}">
                <a16:creationId xmlns:a16="http://schemas.microsoft.com/office/drawing/2014/main" id="{3E73FC4D-BA49-7337-74FF-3E8BAFAAB0D0}"/>
              </a:ext>
            </a:extLst>
          </p:cNvPr>
          <p:cNvSpPr/>
          <p:nvPr/>
        </p:nvSpPr>
        <p:spPr>
          <a:xfrm>
            <a:off x="1591357" y="949764"/>
            <a:ext cx="1273085" cy="257649"/>
          </a:xfrm>
          <a:prstGeom prst="round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zh-CN" altLang="zh-CN" sz="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_graph_run</a:t>
            </a:r>
            <a:r>
              <a:rPr lang="en-US" altLang="zh-CN" sz="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/</a:t>
            </a:r>
            <a:r>
              <a:rPr lang="zh-CN" altLang="zh-CN" sz="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run_research</a:t>
            </a:r>
          </a:p>
        </p:txBody>
      </p:sp>
      <p:cxnSp>
        <p:nvCxnSpPr>
          <p:cNvPr id="13" name="直接连接符 12">
            <a:extLst>
              <a:ext uri="{FF2B5EF4-FFF2-40B4-BE49-F238E27FC236}">
                <a16:creationId xmlns:a16="http://schemas.microsoft.com/office/drawing/2014/main" id="{D6787EA8-AFD5-F02D-9A73-8281DDD53EC6}"/>
              </a:ext>
            </a:extLst>
          </p:cNvPr>
          <p:cNvCxnSpPr>
            <a:stCxn id="11" idx="2"/>
          </p:cNvCxnSpPr>
          <p:nvPr/>
        </p:nvCxnSpPr>
        <p:spPr>
          <a:xfrm>
            <a:off x="2227900" y="1207413"/>
            <a:ext cx="0" cy="242492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直接连接符 14">
            <a:extLst>
              <a:ext uri="{FF2B5EF4-FFF2-40B4-BE49-F238E27FC236}">
                <a16:creationId xmlns:a16="http://schemas.microsoft.com/office/drawing/2014/main" id="{DFCB6BA8-6407-639A-FFF6-EF3C06789D14}"/>
              </a:ext>
            </a:extLst>
          </p:cNvPr>
          <p:cNvCxnSpPr>
            <a:cxnSpLocks/>
          </p:cNvCxnSpPr>
          <p:nvPr/>
        </p:nvCxnSpPr>
        <p:spPr>
          <a:xfrm flipV="1">
            <a:off x="702219" y="1439800"/>
            <a:ext cx="2940222" cy="10105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直接箭头连接符 18">
            <a:extLst>
              <a:ext uri="{FF2B5EF4-FFF2-40B4-BE49-F238E27FC236}">
                <a16:creationId xmlns:a16="http://schemas.microsoft.com/office/drawing/2014/main" id="{1422D711-1B0F-F82E-AC05-7F02DC1ACC12}"/>
              </a:ext>
            </a:extLst>
          </p:cNvPr>
          <p:cNvCxnSpPr/>
          <p:nvPr/>
        </p:nvCxnSpPr>
        <p:spPr>
          <a:xfrm>
            <a:off x="712323" y="1439801"/>
            <a:ext cx="0" cy="19197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矩形: 圆角 20">
            <a:extLst>
              <a:ext uri="{FF2B5EF4-FFF2-40B4-BE49-F238E27FC236}">
                <a16:creationId xmlns:a16="http://schemas.microsoft.com/office/drawing/2014/main" id="{C04B8FFB-7B41-F212-6E87-C5A8B7018C2D}"/>
              </a:ext>
            </a:extLst>
          </p:cNvPr>
          <p:cNvSpPr/>
          <p:nvPr/>
        </p:nvSpPr>
        <p:spPr>
          <a:xfrm>
            <a:off x="75779" y="1641878"/>
            <a:ext cx="1273087" cy="257649"/>
          </a:xfrm>
          <a:prstGeom prst="round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tid</a:t>
            </a:r>
            <a:r>
              <a:rPr lang="en-US" altLang="zh-CN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(str)</a:t>
            </a:r>
            <a:endParaRPr lang="zh-CN" altLang="zh-CN" sz="1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3" name="矩形: 圆角 22">
            <a:extLst>
              <a:ext uri="{FF2B5EF4-FFF2-40B4-BE49-F238E27FC236}">
                <a16:creationId xmlns:a16="http://schemas.microsoft.com/office/drawing/2014/main" id="{B19E3993-E39E-0334-53D6-F937DDF88701}"/>
              </a:ext>
            </a:extLst>
          </p:cNvPr>
          <p:cNvSpPr/>
          <p:nvPr/>
        </p:nvSpPr>
        <p:spPr>
          <a:xfrm>
            <a:off x="1434745" y="1641877"/>
            <a:ext cx="1429697" cy="257649"/>
          </a:xfrm>
          <a:prstGeom prst="round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altLang="zh-CN" sz="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zh-CN" altLang="zh-CN" sz="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initial_state</a:t>
            </a:r>
            <a:r>
              <a:rPr lang="en-US" altLang="zh-CN" sz="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(</a:t>
            </a:r>
            <a:r>
              <a:rPr lang="zh-CN" altLang="zh-CN" sz="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ResearchStat</a:t>
            </a:r>
            <a:r>
              <a:rPr lang="en-US" altLang="zh-CN" sz="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</a:t>
            </a:r>
            <a:r>
              <a:rPr lang="zh-CN" altLang="en-US" sz="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类</a:t>
            </a:r>
            <a:r>
              <a:rPr lang="en-US" altLang="zh-CN" sz="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)</a:t>
            </a:r>
            <a:endParaRPr lang="zh-CN" altLang="zh-CN" sz="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25" name="直接箭头连接符 24">
            <a:extLst>
              <a:ext uri="{FF2B5EF4-FFF2-40B4-BE49-F238E27FC236}">
                <a16:creationId xmlns:a16="http://schemas.microsoft.com/office/drawing/2014/main" id="{A834767E-E8C5-2A53-8230-40E6949B27D9}"/>
              </a:ext>
            </a:extLst>
          </p:cNvPr>
          <p:cNvCxnSpPr>
            <a:cxnSpLocks/>
          </p:cNvCxnSpPr>
          <p:nvPr/>
        </p:nvCxnSpPr>
        <p:spPr>
          <a:xfrm>
            <a:off x="2227899" y="1449905"/>
            <a:ext cx="0" cy="19197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矩形: 圆角 28">
            <a:extLst>
              <a:ext uri="{FF2B5EF4-FFF2-40B4-BE49-F238E27FC236}">
                <a16:creationId xmlns:a16="http://schemas.microsoft.com/office/drawing/2014/main" id="{78B01F21-B999-B67B-510B-CCF55C2F11C1}"/>
              </a:ext>
            </a:extLst>
          </p:cNvPr>
          <p:cNvSpPr/>
          <p:nvPr/>
        </p:nvSpPr>
        <p:spPr>
          <a:xfrm>
            <a:off x="2950322" y="1641877"/>
            <a:ext cx="1389290" cy="257649"/>
          </a:xfrm>
          <a:prstGeom prst="round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zh-CN" altLang="zh-CN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graph = get_graph()</a:t>
            </a:r>
          </a:p>
        </p:txBody>
      </p:sp>
      <p:cxnSp>
        <p:nvCxnSpPr>
          <p:cNvPr id="31" name="直接箭头连接符 30">
            <a:extLst>
              <a:ext uri="{FF2B5EF4-FFF2-40B4-BE49-F238E27FC236}">
                <a16:creationId xmlns:a16="http://schemas.microsoft.com/office/drawing/2014/main" id="{38A57705-793A-F2FB-5759-DE2804489D20}"/>
              </a:ext>
            </a:extLst>
          </p:cNvPr>
          <p:cNvCxnSpPr/>
          <p:nvPr/>
        </p:nvCxnSpPr>
        <p:spPr>
          <a:xfrm>
            <a:off x="3642441" y="1449905"/>
            <a:ext cx="0" cy="18186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直接箭头连接符 35">
            <a:extLst>
              <a:ext uri="{FF2B5EF4-FFF2-40B4-BE49-F238E27FC236}">
                <a16:creationId xmlns:a16="http://schemas.microsoft.com/office/drawing/2014/main" id="{D428C775-8C8F-13B8-A0F5-F9AFDED42134}"/>
              </a:ext>
            </a:extLst>
          </p:cNvPr>
          <p:cNvCxnSpPr>
            <a:stCxn id="29" idx="2"/>
          </p:cNvCxnSpPr>
          <p:nvPr/>
        </p:nvCxnSpPr>
        <p:spPr>
          <a:xfrm flipH="1">
            <a:off x="3642441" y="1899526"/>
            <a:ext cx="2526" cy="21723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矩形: 圆角 37">
            <a:extLst>
              <a:ext uri="{FF2B5EF4-FFF2-40B4-BE49-F238E27FC236}">
                <a16:creationId xmlns:a16="http://schemas.microsoft.com/office/drawing/2014/main" id="{F944C5ED-3009-BBC3-2FC0-CF5E4B153147}"/>
              </a:ext>
            </a:extLst>
          </p:cNvPr>
          <p:cNvSpPr/>
          <p:nvPr/>
        </p:nvSpPr>
        <p:spPr>
          <a:xfrm>
            <a:off x="2947796" y="2116760"/>
            <a:ext cx="1389290" cy="257649"/>
          </a:xfrm>
          <a:prstGeom prst="round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zh-CN" altLang="zh-CN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_compiled_graph</a:t>
            </a:r>
          </a:p>
        </p:txBody>
      </p:sp>
      <p:sp>
        <p:nvSpPr>
          <p:cNvPr id="3" name="椭圆 2">
            <a:extLst>
              <a:ext uri="{FF2B5EF4-FFF2-40B4-BE49-F238E27FC236}">
                <a16:creationId xmlns:a16="http://schemas.microsoft.com/office/drawing/2014/main" id="{1E098B21-72A6-546C-B931-6C0DF5E4FC66}"/>
              </a:ext>
            </a:extLst>
          </p:cNvPr>
          <p:cNvSpPr/>
          <p:nvPr/>
        </p:nvSpPr>
        <p:spPr>
          <a:xfrm>
            <a:off x="5139497" y="3044631"/>
            <a:ext cx="399098" cy="39909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dirty="0"/>
              <a:t>P</a:t>
            </a:r>
            <a:endParaRPr lang="zh-CN" altLang="en-US" dirty="0"/>
          </a:p>
        </p:txBody>
      </p:sp>
      <p:sp>
        <p:nvSpPr>
          <p:cNvPr id="22" name="椭圆 21">
            <a:extLst>
              <a:ext uri="{FF2B5EF4-FFF2-40B4-BE49-F238E27FC236}">
                <a16:creationId xmlns:a16="http://schemas.microsoft.com/office/drawing/2014/main" id="{064A423C-63F8-5FEF-6E57-8CA5FBB6AA69}"/>
              </a:ext>
            </a:extLst>
          </p:cNvPr>
          <p:cNvSpPr/>
          <p:nvPr/>
        </p:nvSpPr>
        <p:spPr>
          <a:xfrm>
            <a:off x="6123781" y="3044631"/>
            <a:ext cx="399098" cy="39909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dirty="0"/>
              <a:t>S</a:t>
            </a:r>
            <a:endParaRPr lang="zh-CN" altLang="en-US" dirty="0"/>
          </a:p>
        </p:txBody>
      </p:sp>
      <p:sp>
        <p:nvSpPr>
          <p:cNvPr id="26" name="椭圆 25">
            <a:extLst>
              <a:ext uri="{FF2B5EF4-FFF2-40B4-BE49-F238E27FC236}">
                <a16:creationId xmlns:a16="http://schemas.microsoft.com/office/drawing/2014/main" id="{D6F675BC-C572-ADA4-F9EB-AC6BFCDDA745}"/>
              </a:ext>
            </a:extLst>
          </p:cNvPr>
          <p:cNvSpPr/>
          <p:nvPr/>
        </p:nvSpPr>
        <p:spPr>
          <a:xfrm>
            <a:off x="6458900" y="2174860"/>
            <a:ext cx="399098" cy="39909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dirty="0"/>
              <a:t>A</a:t>
            </a:r>
            <a:endParaRPr lang="zh-CN" altLang="en-US" dirty="0"/>
          </a:p>
        </p:txBody>
      </p:sp>
      <p:sp>
        <p:nvSpPr>
          <p:cNvPr id="28" name="椭圆 27">
            <a:extLst>
              <a:ext uri="{FF2B5EF4-FFF2-40B4-BE49-F238E27FC236}">
                <a16:creationId xmlns:a16="http://schemas.microsoft.com/office/drawing/2014/main" id="{78991D6F-320E-CC61-8626-ECF5E9F9BFF1}"/>
              </a:ext>
            </a:extLst>
          </p:cNvPr>
          <p:cNvSpPr/>
          <p:nvPr/>
        </p:nvSpPr>
        <p:spPr>
          <a:xfrm>
            <a:off x="6751907" y="2918333"/>
            <a:ext cx="399098" cy="39909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dirty="0"/>
              <a:t>C</a:t>
            </a:r>
            <a:endParaRPr lang="zh-CN" altLang="en-US" dirty="0"/>
          </a:p>
        </p:txBody>
      </p:sp>
      <p:sp>
        <p:nvSpPr>
          <p:cNvPr id="32" name="椭圆 31">
            <a:extLst>
              <a:ext uri="{FF2B5EF4-FFF2-40B4-BE49-F238E27FC236}">
                <a16:creationId xmlns:a16="http://schemas.microsoft.com/office/drawing/2014/main" id="{8B93F770-5143-26E2-6C72-67D12AFB1112}"/>
              </a:ext>
            </a:extLst>
          </p:cNvPr>
          <p:cNvSpPr/>
          <p:nvPr/>
        </p:nvSpPr>
        <p:spPr>
          <a:xfrm>
            <a:off x="8364317" y="2918333"/>
            <a:ext cx="399098" cy="39909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dirty="0"/>
              <a:t>T</a:t>
            </a:r>
            <a:endParaRPr lang="zh-CN" altLang="en-US" dirty="0"/>
          </a:p>
        </p:txBody>
      </p:sp>
      <p:sp>
        <p:nvSpPr>
          <p:cNvPr id="34" name="椭圆 33">
            <a:extLst>
              <a:ext uri="{FF2B5EF4-FFF2-40B4-BE49-F238E27FC236}">
                <a16:creationId xmlns:a16="http://schemas.microsoft.com/office/drawing/2014/main" id="{59DD64CA-00CE-F260-ECFC-DF46A833F3F6}"/>
              </a:ext>
            </a:extLst>
          </p:cNvPr>
          <p:cNvSpPr/>
          <p:nvPr/>
        </p:nvSpPr>
        <p:spPr>
          <a:xfrm>
            <a:off x="9042129" y="2245584"/>
            <a:ext cx="399098" cy="39909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dirty="0"/>
              <a:t>E</a:t>
            </a:r>
            <a:endParaRPr lang="zh-CN" altLang="en-US" dirty="0"/>
          </a:p>
        </p:txBody>
      </p:sp>
      <p:sp>
        <p:nvSpPr>
          <p:cNvPr id="37" name="椭圆 36">
            <a:extLst>
              <a:ext uri="{FF2B5EF4-FFF2-40B4-BE49-F238E27FC236}">
                <a16:creationId xmlns:a16="http://schemas.microsoft.com/office/drawing/2014/main" id="{3B46563C-AC17-6171-A955-89A556325BE8}"/>
              </a:ext>
            </a:extLst>
          </p:cNvPr>
          <p:cNvSpPr/>
          <p:nvPr/>
        </p:nvSpPr>
        <p:spPr>
          <a:xfrm>
            <a:off x="8842580" y="1268879"/>
            <a:ext cx="399098" cy="39909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dirty="0"/>
              <a:t>R</a:t>
            </a:r>
            <a:endParaRPr lang="zh-CN" altLang="en-US" dirty="0"/>
          </a:p>
        </p:txBody>
      </p:sp>
      <p:sp>
        <p:nvSpPr>
          <p:cNvPr id="39" name="椭圆 38">
            <a:extLst>
              <a:ext uri="{FF2B5EF4-FFF2-40B4-BE49-F238E27FC236}">
                <a16:creationId xmlns:a16="http://schemas.microsoft.com/office/drawing/2014/main" id="{33405549-6A6C-4AFD-0FFE-F53320C65735}"/>
              </a:ext>
            </a:extLst>
          </p:cNvPr>
          <p:cNvSpPr/>
          <p:nvPr/>
        </p:nvSpPr>
        <p:spPr>
          <a:xfrm>
            <a:off x="4440650" y="3117882"/>
            <a:ext cx="252597" cy="252597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41" name="直接箭头连接符 40">
            <a:extLst>
              <a:ext uri="{FF2B5EF4-FFF2-40B4-BE49-F238E27FC236}">
                <a16:creationId xmlns:a16="http://schemas.microsoft.com/office/drawing/2014/main" id="{05159BF7-466A-1F3F-DA33-D0775E5CBD69}"/>
              </a:ext>
            </a:extLst>
          </p:cNvPr>
          <p:cNvCxnSpPr>
            <a:stCxn id="39" idx="6"/>
            <a:endCxn id="3" idx="2"/>
          </p:cNvCxnSpPr>
          <p:nvPr/>
        </p:nvCxnSpPr>
        <p:spPr>
          <a:xfrm flipV="1">
            <a:off x="4693247" y="3244180"/>
            <a:ext cx="446250" cy="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3" name="直接箭头连接符 42">
            <a:extLst>
              <a:ext uri="{FF2B5EF4-FFF2-40B4-BE49-F238E27FC236}">
                <a16:creationId xmlns:a16="http://schemas.microsoft.com/office/drawing/2014/main" id="{F89DA15A-ACDB-D1BF-295E-FF2CBDB2DA48}"/>
              </a:ext>
            </a:extLst>
          </p:cNvPr>
          <p:cNvCxnSpPr>
            <a:stCxn id="3" idx="6"/>
            <a:endCxn id="22" idx="2"/>
          </p:cNvCxnSpPr>
          <p:nvPr/>
        </p:nvCxnSpPr>
        <p:spPr>
          <a:xfrm>
            <a:off x="5538595" y="3244180"/>
            <a:ext cx="585186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2743276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F6EA63-E602-EF7A-0164-385D46A5EB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B968D58-4269-DB19-3B47-F1F73E4D9B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backend.api.server</a:t>
            </a: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  <a:r>
              <a:rPr lang="en-US" altLang="zh-CN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py</a:t>
            </a:r>
            <a:endParaRPr lang="zh-CN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E9BD0207-87D7-B5BF-0CF5-ADD5C81A28A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CN" altLang="en-US" dirty="0">
                <a:latin typeface="黑体" panose="02010609060101010101" pitchFamily="49" charset="-122"/>
                <a:ea typeface="黑体" panose="02010609060101010101" pitchFamily="49" charset="-122"/>
              </a:rPr>
              <a:t>后端接口</a:t>
            </a:r>
            <a:endParaRPr lang="en-US" altLang="zh-CN" dirty="0">
              <a:latin typeface="黑体" panose="02010609060101010101" pitchFamily="49" charset="-122"/>
              <a:ea typeface="黑体" panose="02010609060101010101" pitchFamily="49" charset="-122"/>
            </a:endParaRPr>
          </a:p>
          <a:p>
            <a:pPr lvl="1"/>
            <a:r>
              <a:rPr lang="zh-CN" altLang="zh-CN" dirty="0">
                <a:solidFill>
                  <a:schemeClr val="accent6">
                    <a:lumMod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"</a:t>
            </a:r>
            <a:r>
              <a:rPr lang="zh-CN" altLang="zh-CN" dirty="0">
                <a:solidFill>
                  <a:schemeClr val="accent6">
                    <a:lumMod val="75000"/>
                  </a:schemeClr>
                </a:solidFill>
                <a:latin typeface="Times New Roman" panose="02020603050405020304" pitchFamily="18" charset="0"/>
                <a:ea typeface="黑体" panose="02010609060101010101" pitchFamily="49" charset="-122"/>
                <a:cs typeface="Times New Roman" panose="02020603050405020304" pitchFamily="18" charset="0"/>
              </a:rPr>
              <a:t>/api/</a:t>
            </a:r>
            <a:r>
              <a:rPr lang="en-US" altLang="zh-CN" dirty="0">
                <a:solidFill>
                  <a:schemeClr val="accent6">
                    <a:lumMod val="75000"/>
                  </a:schemeClr>
                </a:solidFill>
                <a:latin typeface="Times New Roman" panose="02020603050405020304" pitchFamily="18" charset="0"/>
                <a:ea typeface="黑体" panose="02010609060101010101" pitchFamily="49" charset="-122"/>
                <a:cs typeface="Times New Roman" panose="02020603050405020304" pitchFamily="18" charset="0"/>
              </a:rPr>
              <a:t>research</a:t>
            </a:r>
            <a:r>
              <a:rPr lang="zh-CN" altLang="zh-CN" dirty="0">
                <a:solidFill>
                  <a:schemeClr val="accent6">
                    <a:lumMod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"</a:t>
            </a:r>
            <a:endParaRPr lang="en-US" altLang="zh-CN" dirty="0">
              <a:solidFill>
                <a:schemeClr val="accent6">
                  <a:lumMod val="75000"/>
                </a:schemeClr>
              </a:solidFill>
              <a:latin typeface="Times New Roman" panose="02020603050405020304" pitchFamily="18" charset="0"/>
              <a:ea typeface="黑体" panose="02010609060101010101" pitchFamily="49" charset="-122"/>
              <a:cs typeface="Times New Roman" panose="02020603050405020304" pitchFamily="18" charset="0"/>
            </a:endParaRPr>
          </a:p>
          <a:p>
            <a:pPr lvl="2"/>
            <a:r>
              <a:rPr lang="en-US" altLang="zh-CN" dirty="0" err="1">
                <a:solidFill>
                  <a:schemeClr val="accent6">
                    <a:lumMod val="75000"/>
                  </a:schemeClr>
                </a:solidFill>
                <a:latin typeface="Times New Roman" panose="02020603050405020304" pitchFamily="18" charset="0"/>
                <a:ea typeface="黑体" panose="02010609060101010101" pitchFamily="49" charset="-122"/>
                <a:cs typeface="Times New Roman" panose="02020603050405020304" pitchFamily="18" charset="0"/>
              </a:rPr>
              <a:t>event_stream</a:t>
            </a:r>
            <a:r>
              <a:rPr lang="en-US" altLang="zh-CN" dirty="0">
                <a:solidFill>
                  <a:schemeClr val="accent6">
                    <a:lumMod val="75000"/>
                  </a:schemeClr>
                </a:solidFill>
                <a:latin typeface="Times New Roman" panose="02020603050405020304" pitchFamily="18" charset="0"/>
                <a:ea typeface="黑体" panose="02010609060101010101" pitchFamily="49" charset="-122"/>
                <a:cs typeface="Times New Roman" panose="02020603050405020304" pitchFamily="18" charset="0"/>
              </a:rPr>
              <a:t>()</a:t>
            </a:r>
            <a:endParaRPr lang="zh-CN" altLang="zh-CN" dirty="0">
              <a:solidFill>
                <a:schemeClr val="accent6">
                  <a:lumMod val="75000"/>
                </a:schemeClr>
              </a:solidFill>
              <a:latin typeface="Times New Roman" panose="02020603050405020304" pitchFamily="18" charset="0"/>
              <a:ea typeface="黑体" panose="02010609060101010101" pitchFamily="49" charset="-122"/>
              <a:cs typeface="Times New Roman" panose="02020603050405020304" pitchFamily="18" charset="0"/>
            </a:endParaRPr>
          </a:p>
          <a:p>
            <a:pPr lvl="1"/>
            <a:endParaRPr lang="zh-CN" altLang="en-US" dirty="0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pic>
        <p:nvPicPr>
          <p:cNvPr id="5" name="图片 4">
            <a:extLst>
              <a:ext uri="{FF2B5EF4-FFF2-40B4-BE49-F238E27FC236}">
                <a16:creationId xmlns:a16="http://schemas.microsoft.com/office/drawing/2014/main" id="{0598E31A-14A2-8C67-4E3C-55E2049ECAE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8200" y="3273312"/>
            <a:ext cx="3892750" cy="1016052"/>
          </a:xfrm>
          <a:prstGeom prst="rect">
            <a:avLst/>
          </a:prstGeom>
        </p:spPr>
      </p:pic>
      <p:pic>
        <p:nvPicPr>
          <p:cNvPr id="7" name="图片 6">
            <a:extLst>
              <a:ext uri="{FF2B5EF4-FFF2-40B4-BE49-F238E27FC236}">
                <a16:creationId xmlns:a16="http://schemas.microsoft.com/office/drawing/2014/main" id="{2636C9C9-720C-A1EF-AB88-E387F397259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8200" y="4717623"/>
            <a:ext cx="5372376" cy="7112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5293120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A4A1CF-9C26-9BF9-2214-F714252BDF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E71C6EAD-D3A6-11CB-BEA5-87AD7E98FB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backend.api.server</a:t>
            </a: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  <a:r>
              <a:rPr lang="en-US" altLang="zh-CN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py</a:t>
            </a:r>
            <a:endParaRPr lang="zh-CN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975A9D7E-2A19-980B-8CFB-B38D3C7CC75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CN" altLang="en-US" dirty="0">
                <a:latin typeface="黑体" panose="02010609060101010101" pitchFamily="49" charset="-122"/>
                <a:ea typeface="黑体" panose="02010609060101010101" pitchFamily="49" charset="-122"/>
              </a:rPr>
              <a:t>后端接口</a:t>
            </a:r>
            <a:endParaRPr lang="en-US" altLang="zh-CN" dirty="0">
              <a:latin typeface="黑体" panose="02010609060101010101" pitchFamily="49" charset="-122"/>
              <a:ea typeface="黑体" panose="02010609060101010101" pitchFamily="49" charset="-122"/>
            </a:endParaRPr>
          </a:p>
          <a:p>
            <a:pPr lvl="1"/>
            <a:r>
              <a:rPr lang="zh-CN" altLang="zh-CN" dirty="0">
                <a:solidFill>
                  <a:schemeClr val="accent6">
                    <a:lumMod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"/api/research/resume"</a:t>
            </a:r>
          </a:p>
          <a:p>
            <a:pPr lvl="1"/>
            <a:endParaRPr lang="zh-CN" altLang="en-US" dirty="0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393850451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D8EFA7-F048-D0EA-C6C8-7AC4EDEE37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64D38CFC-51B7-3ED3-079A-2F64C65648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backend.api.server</a:t>
            </a: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  <a:r>
              <a:rPr lang="en-US" altLang="zh-CN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py</a:t>
            </a:r>
            <a:endParaRPr lang="zh-CN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8EB71D0E-CC76-194B-CC5D-3953DB9D54E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CN" altLang="en-US" dirty="0">
                <a:latin typeface="黑体" panose="02010609060101010101" pitchFamily="49" charset="-122"/>
                <a:ea typeface="黑体" panose="02010609060101010101" pitchFamily="49" charset="-122"/>
              </a:rPr>
              <a:t>后端接口</a:t>
            </a:r>
            <a:endParaRPr lang="en-US" altLang="zh-CN" dirty="0">
              <a:latin typeface="黑体" panose="02010609060101010101" pitchFamily="49" charset="-122"/>
              <a:ea typeface="黑体" panose="02010609060101010101" pitchFamily="49" charset="-122"/>
            </a:endParaRPr>
          </a:p>
          <a:p>
            <a:pPr lvl="1"/>
            <a:r>
              <a:rPr lang="zh-CN" altLang="zh-CN" dirty="0">
                <a:solidFill>
                  <a:schemeClr val="accent6">
                    <a:lumMod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"/api/research/state/{thread_id}"</a:t>
            </a:r>
          </a:p>
          <a:p>
            <a:pPr lvl="2"/>
            <a:r>
              <a:rPr lang="zh-CN" altLang="en-US" dirty="0">
                <a:latin typeface="黑体" panose="02010609060101010101" pitchFamily="49" charset="-122"/>
                <a:ea typeface="黑体" panose="02010609060101010101" pitchFamily="49" charset="-122"/>
              </a:rPr>
              <a:t>查询指定线程当前状态</a:t>
            </a:r>
          </a:p>
        </p:txBody>
      </p:sp>
    </p:spTree>
    <p:extLst>
      <p:ext uri="{BB962C8B-B14F-4D97-AF65-F5344CB8AC3E}">
        <p14:creationId xmlns:p14="http://schemas.microsoft.com/office/powerpoint/2010/main" val="173334084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06A39F-03A0-10DC-C268-76B5585CEB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7A78901-84E2-552A-9169-B1315839D2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backend.api.server</a:t>
            </a: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  <a:r>
              <a:rPr lang="en-US" altLang="zh-CN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py</a:t>
            </a:r>
            <a:endParaRPr lang="zh-CN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00EEAD31-1B91-D6C9-F6D7-668936DF4BA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CN" altLang="en-US" dirty="0">
                <a:latin typeface="黑体" panose="02010609060101010101" pitchFamily="49" charset="-122"/>
                <a:ea typeface="黑体" panose="02010609060101010101" pitchFamily="49" charset="-122"/>
              </a:rPr>
              <a:t>后端接口</a:t>
            </a:r>
            <a:endParaRPr lang="en-US" altLang="zh-CN" dirty="0">
              <a:latin typeface="黑体" panose="02010609060101010101" pitchFamily="49" charset="-122"/>
              <a:ea typeface="黑体" panose="02010609060101010101" pitchFamily="49" charset="-122"/>
            </a:endParaRPr>
          </a:p>
          <a:p>
            <a:pPr lvl="1"/>
            <a:r>
              <a:rPr lang="zh-CN" altLang="zh-CN" dirty="0">
                <a:solidFill>
                  <a:schemeClr val="accent6">
                    <a:lumMod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"/api/research/simple"</a:t>
            </a:r>
          </a:p>
          <a:p>
            <a:pPr lvl="2"/>
            <a:r>
              <a:rPr lang="zh-CN" altLang="en-US" dirty="0">
                <a:latin typeface="黑体" panose="02010609060101010101" pitchFamily="49" charset="-122"/>
                <a:ea typeface="黑体" panose="02010609060101010101" pitchFamily="49" charset="-122"/>
              </a:rPr>
              <a:t>非流式节点，返回完整结果</a:t>
            </a:r>
            <a:r>
              <a:rPr lang="en-US" altLang="zh-CN" dirty="0">
                <a:latin typeface="黑体" panose="02010609060101010101" pitchFamily="49" charset="-122"/>
                <a:ea typeface="黑体" panose="02010609060101010101" pitchFamily="49" charset="-122"/>
              </a:rPr>
              <a:t>(</a:t>
            </a:r>
            <a:r>
              <a:rPr lang="zh-CN" altLang="en-US" dirty="0">
                <a:latin typeface="黑体" panose="02010609060101010101" pitchFamily="49" charset="-122"/>
                <a:ea typeface="黑体" panose="02010609060101010101" pitchFamily="49" charset="-122"/>
              </a:rPr>
              <a:t>用于测试</a:t>
            </a:r>
            <a:r>
              <a:rPr lang="en-US" altLang="zh-CN" dirty="0">
                <a:latin typeface="黑体" panose="02010609060101010101" pitchFamily="49" charset="-122"/>
                <a:ea typeface="黑体" panose="02010609060101010101" pitchFamily="49" charset="-122"/>
              </a:rPr>
              <a:t>)</a:t>
            </a:r>
            <a:endParaRPr lang="zh-CN" altLang="en-US" dirty="0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389103394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C0290E-3ED7-2E8A-F748-3B3B8FED67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02769EC-3404-7D69-58E4-C74098AE0E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backend.api.server</a:t>
            </a: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  <a:r>
              <a:rPr lang="en-US" altLang="zh-CN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py</a:t>
            </a:r>
            <a:endParaRPr lang="zh-CN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C1445CBA-7E16-97C1-9674-CA06B6C253B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CN" altLang="en-US" dirty="0">
                <a:latin typeface="黑体" panose="02010609060101010101" pitchFamily="49" charset="-122"/>
                <a:ea typeface="黑体" panose="02010609060101010101" pitchFamily="49" charset="-122"/>
              </a:rPr>
              <a:t>后端接口</a:t>
            </a:r>
            <a:endParaRPr lang="en-US" altLang="zh-CN" dirty="0">
              <a:latin typeface="黑体" panose="02010609060101010101" pitchFamily="49" charset="-122"/>
              <a:ea typeface="黑体" panose="02010609060101010101" pitchFamily="49" charset="-122"/>
            </a:endParaRPr>
          </a:p>
          <a:p>
            <a:pPr lvl="1"/>
            <a:r>
              <a:rPr lang="zh-CN" altLang="zh-CN" dirty="0">
                <a:solidFill>
                  <a:schemeClr val="accent6">
                    <a:lumMod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"/api/conversations“</a:t>
            </a:r>
            <a:r>
              <a:rPr lang="en-US" altLang="zh-CN" dirty="0">
                <a:solidFill>
                  <a:schemeClr val="accent6">
                    <a:lumMod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(get)</a:t>
            </a:r>
          </a:p>
          <a:p>
            <a:pPr lvl="2"/>
            <a:r>
              <a:rPr lang="zh-CN" altLang="en-US" dirty="0">
                <a:latin typeface="黑体" panose="02010609060101010101" pitchFamily="49" charset="-122"/>
                <a:ea typeface="黑体" panose="02010609060101010101" pitchFamily="49" charset="-122"/>
                <a:cs typeface="Times New Roman" panose="02020603050405020304" pitchFamily="18" charset="0"/>
              </a:rPr>
              <a:t>返回所有对话列表</a:t>
            </a:r>
            <a:endParaRPr lang="zh-CN" altLang="zh-CN" dirty="0">
              <a:latin typeface="黑体" panose="02010609060101010101" pitchFamily="49" charset="-122"/>
              <a:ea typeface="黑体" panose="02010609060101010101" pitchFamily="49" charset="-122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4193375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A67B7E-DF24-1B63-6DB4-30AD6E8CE0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6C19F2A7-3CA0-8967-FBCE-D88E8652DB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backend.api.server</a:t>
            </a: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  <a:r>
              <a:rPr lang="en-US" altLang="zh-CN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py</a:t>
            </a:r>
            <a:endParaRPr lang="zh-CN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36C943D9-4334-3629-CFC5-F3F12C4EEBB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CN" altLang="en-US" dirty="0">
                <a:latin typeface="黑体" panose="02010609060101010101" pitchFamily="49" charset="-122"/>
                <a:ea typeface="黑体" panose="02010609060101010101" pitchFamily="49" charset="-122"/>
              </a:rPr>
              <a:t>后端接口</a:t>
            </a:r>
            <a:endParaRPr lang="en-US" altLang="zh-CN" dirty="0">
              <a:latin typeface="黑体" panose="02010609060101010101" pitchFamily="49" charset="-122"/>
              <a:ea typeface="黑体" panose="02010609060101010101" pitchFamily="49" charset="-122"/>
            </a:endParaRPr>
          </a:p>
          <a:p>
            <a:pPr lvl="1"/>
            <a:r>
              <a:rPr lang="zh-CN" altLang="zh-CN" dirty="0">
                <a:solidFill>
                  <a:schemeClr val="accent6">
                    <a:lumMod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"/api/conversations“</a:t>
            </a:r>
            <a:r>
              <a:rPr lang="en-US" altLang="zh-CN" dirty="0">
                <a:solidFill>
                  <a:schemeClr val="accent6">
                    <a:lumMod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(post)</a:t>
            </a:r>
          </a:p>
          <a:p>
            <a:pPr lvl="2"/>
            <a:r>
              <a:rPr lang="zh-CN" altLang="en-US" dirty="0">
                <a:latin typeface="黑体" panose="02010609060101010101" pitchFamily="49" charset="-122"/>
                <a:ea typeface="黑体" panose="02010609060101010101" pitchFamily="49" charset="-122"/>
                <a:cs typeface="Times New Roman" panose="02020603050405020304" pitchFamily="18" charset="0"/>
              </a:rPr>
              <a:t>创建新对话</a:t>
            </a:r>
            <a:endParaRPr lang="zh-CN" altLang="zh-CN" dirty="0">
              <a:latin typeface="黑体" panose="02010609060101010101" pitchFamily="49" charset="-122"/>
              <a:ea typeface="黑体" panose="02010609060101010101" pitchFamily="49" charset="-122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9817674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62C9D2-83C3-E974-0DFB-EA72911B15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E93DA454-C10C-30F1-401B-2C0742097A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backend.api.server</a:t>
            </a: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  <a:r>
              <a:rPr lang="en-US" altLang="zh-CN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py</a:t>
            </a:r>
            <a:endParaRPr lang="zh-CN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58BFECDC-1ADD-F663-61E5-8D2D7473BC8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CN" altLang="en-US" dirty="0">
                <a:latin typeface="黑体" panose="02010609060101010101" pitchFamily="49" charset="-122"/>
                <a:ea typeface="黑体" panose="02010609060101010101" pitchFamily="49" charset="-122"/>
              </a:rPr>
              <a:t>后端接口</a:t>
            </a:r>
            <a:endParaRPr lang="en-US" altLang="zh-CN" dirty="0">
              <a:latin typeface="黑体" panose="02010609060101010101" pitchFamily="49" charset="-122"/>
              <a:ea typeface="黑体" panose="02010609060101010101" pitchFamily="49" charset="-122"/>
            </a:endParaRPr>
          </a:p>
          <a:p>
            <a:pPr lvl="1"/>
            <a:r>
              <a:rPr lang="zh-CN" altLang="zh-CN" dirty="0">
                <a:solidFill>
                  <a:schemeClr val="accent6">
                    <a:lumMod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“/api/conversations/{conv_id}“</a:t>
            </a:r>
            <a:r>
              <a:rPr lang="en-US" altLang="zh-CN" dirty="0">
                <a:solidFill>
                  <a:schemeClr val="accent6">
                    <a:lumMod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(get)</a:t>
            </a:r>
          </a:p>
          <a:p>
            <a:pPr lvl="2"/>
            <a:r>
              <a:rPr lang="zh-CN" altLang="en-US" dirty="0">
                <a:latin typeface="黑体" panose="02010609060101010101" pitchFamily="49" charset="-122"/>
                <a:ea typeface="黑体" panose="02010609060101010101" pitchFamily="49" charset="-122"/>
                <a:cs typeface="Times New Roman" panose="02020603050405020304" pitchFamily="18" charset="0"/>
              </a:rPr>
              <a:t>获取单个对话详情</a:t>
            </a:r>
            <a:r>
              <a:rPr lang="en-US" altLang="zh-CN" dirty="0">
                <a:latin typeface="黑体" panose="02010609060101010101" pitchFamily="49" charset="-122"/>
                <a:ea typeface="黑体" panose="02010609060101010101" pitchFamily="49" charset="-122"/>
                <a:cs typeface="Times New Roman" panose="02020603050405020304" pitchFamily="18" charset="0"/>
              </a:rPr>
              <a:t>(</a:t>
            </a:r>
            <a:r>
              <a:rPr lang="zh-CN" altLang="en-US" dirty="0">
                <a:latin typeface="黑体" panose="02010609060101010101" pitchFamily="49" charset="-122"/>
                <a:ea typeface="黑体" panose="02010609060101010101" pitchFamily="49" charset="-122"/>
                <a:cs typeface="Times New Roman" panose="02020603050405020304" pitchFamily="18" charset="0"/>
              </a:rPr>
              <a:t>三张表</a:t>
            </a:r>
            <a:r>
              <a:rPr lang="en-US" altLang="zh-CN" dirty="0">
                <a:latin typeface="黑体" panose="02010609060101010101" pitchFamily="49" charset="-122"/>
                <a:ea typeface="黑体" panose="02010609060101010101" pitchFamily="49" charset="-122"/>
                <a:cs typeface="Times New Roman" panose="02020603050405020304" pitchFamily="18" charset="0"/>
              </a:rPr>
              <a:t>)</a:t>
            </a:r>
            <a:endParaRPr lang="zh-CN" altLang="zh-CN" dirty="0">
              <a:latin typeface="黑体" panose="02010609060101010101" pitchFamily="49" charset="-122"/>
              <a:ea typeface="黑体" panose="02010609060101010101" pitchFamily="49" charset="-122"/>
              <a:cs typeface="Times New Roman" panose="02020603050405020304" pitchFamily="18" charset="0"/>
            </a:endParaRPr>
          </a:p>
          <a:p>
            <a:pPr lvl="1"/>
            <a:endParaRPr lang="zh-CN" altLang="en-US" dirty="0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3024879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4C4B85-D55B-6E9D-431B-2AF5422F5C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AE71DA56-CF90-19F9-CFFD-C3A5B506EA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backend.api.server</a:t>
            </a: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  <a:r>
              <a:rPr lang="en-US" altLang="zh-CN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py</a:t>
            </a:r>
            <a:endParaRPr lang="zh-CN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896AE129-E713-5C11-E02B-52FBC78ED2A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CN" altLang="en-US" dirty="0">
                <a:latin typeface="黑体" panose="02010609060101010101" pitchFamily="49" charset="-122"/>
                <a:ea typeface="黑体" panose="02010609060101010101" pitchFamily="49" charset="-122"/>
              </a:rPr>
              <a:t>后端接口</a:t>
            </a:r>
            <a:endParaRPr lang="en-US" altLang="zh-CN" dirty="0">
              <a:latin typeface="黑体" panose="02010609060101010101" pitchFamily="49" charset="-122"/>
              <a:ea typeface="黑体" panose="02010609060101010101" pitchFamily="49" charset="-122"/>
            </a:endParaRPr>
          </a:p>
          <a:p>
            <a:pPr lvl="1"/>
            <a:r>
              <a:rPr lang="zh-CN" altLang="zh-CN" dirty="0">
                <a:solidFill>
                  <a:schemeClr val="accent6">
                    <a:lumMod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“/api/conversations/{conv_id}“</a:t>
            </a:r>
            <a:r>
              <a:rPr lang="en-US" altLang="zh-CN" dirty="0">
                <a:solidFill>
                  <a:schemeClr val="accent6">
                    <a:lumMod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(delete)</a:t>
            </a:r>
          </a:p>
          <a:p>
            <a:pPr lvl="2"/>
            <a:r>
              <a:rPr lang="zh-CN" altLang="en-US" dirty="0">
                <a:latin typeface="黑体" panose="02010609060101010101" pitchFamily="49" charset="-122"/>
                <a:ea typeface="黑体" panose="02010609060101010101" pitchFamily="49" charset="-122"/>
                <a:cs typeface="Times New Roman" panose="02020603050405020304" pitchFamily="18" charset="0"/>
              </a:rPr>
              <a:t>删除整个对话</a:t>
            </a:r>
            <a:r>
              <a:rPr lang="en-US" altLang="zh-CN" dirty="0">
                <a:latin typeface="黑体" panose="02010609060101010101" pitchFamily="49" charset="-122"/>
                <a:ea typeface="黑体" panose="02010609060101010101" pitchFamily="49" charset="-122"/>
                <a:cs typeface="Times New Roman" panose="02020603050405020304" pitchFamily="18" charset="0"/>
              </a:rPr>
              <a:t>(</a:t>
            </a:r>
            <a:r>
              <a:rPr lang="zh-CN" altLang="en-US" dirty="0">
                <a:latin typeface="黑体" panose="02010609060101010101" pitchFamily="49" charset="-122"/>
                <a:ea typeface="黑体" panose="02010609060101010101" pitchFamily="49" charset="-122"/>
                <a:cs typeface="Times New Roman" panose="02020603050405020304" pitchFamily="18" charset="0"/>
              </a:rPr>
              <a:t>删除对话及其关联的表</a:t>
            </a:r>
            <a:r>
              <a:rPr lang="en-US" altLang="zh-CN" dirty="0">
                <a:latin typeface="黑体" panose="02010609060101010101" pitchFamily="49" charset="-122"/>
                <a:ea typeface="黑体" panose="02010609060101010101" pitchFamily="49" charset="-122"/>
                <a:cs typeface="Times New Roman" panose="02020603050405020304" pitchFamily="18" charset="0"/>
              </a:rPr>
              <a:t>)</a:t>
            </a:r>
            <a:endParaRPr lang="zh-CN" altLang="zh-CN" dirty="0">
              <a:latin typeface="黑体" panose="02010609060101010101" pitchFamily="49" charset="-122"/>
              <a:ea typeface="黑体" panose="02010609060101010101" pitchFamily="49" charset="-122"/>
              <a:cs typeface="Times New Roman" panose="02020603050405020304" pitchFamily="18" charset="0"/>
            </a:endParaRPr>
          </a:p>
          <a:p>
            <a:pPr lvl="1"/>
            <a:endParaRPr lang="zh-CN" altLang="en-US" dirty="0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415793458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80467A-86C7-C20C-CC90-7DFF55F63E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D2E58956-3D1C-36C8-AE68-D4B6255281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backend.api.server</a:t>
            </a: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  <a:r>
              <a:rPr lang="en-US" altLang="zh-CN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py</a:t>
            </a:r>
            <a:endParaRPr lang="zh-CN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95A0AE0D-BC25-7073-23E1-702B42F63E1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CN" altLang="en-US" dirty="0">
                <a:latin typeface="黑体" panose="02010609060101010101" pitchFamily="49" charset="-122"/>
                <a:ea typeface="黑体" panose="02010609060101010101" pitchFamily="49" charset="-122"/>
              </a:rPr>
              <a:t>后端接口</a:t>
            </a:r>
            <a:endParaRPr lang="en-US" altLang="zh-CN" dirty="0">
              <a:latin typeface="黑体" panose="02010609060101010101" pitchFamily="49" charset="-122"/>
              <a:ea typeface="黑体" panose="02010609060101010101" pitchFamily="49" charset="-122"/>
            </a:endParaRPr>
          </a:p>
          <a:p>
            <a:pPr lvl="1"/>
            <a:r>
              <a:rPr lang="zh-CN" altLang="zh-CN" dirty="0">
                <a:solidFill>
                  <a:schemeClr val="accent6">
                    <a:lumMod val="75000"/>
                  </a:schemeClr>
                </a:solidFill>
                <a:latin typeface="Times New Roman" panose="02020603050405020304" pitchFamily="18" charset="0"/>
                <a:ea typeface="黑体" panose="02010609060101010101" pitchFamily="49" charset="-122"/>
                <a:cs typeface="Times New Roman" panose="02020603050405020304" pitchFamily="18" charset="0"/>
              </a:rPr>
              <a:t>"/api/conversations/{conv_id}“</a:t>
            </a:r>
            <a:endParaRPr lang="en-US" altLang="zh-CN" dirty="0">
              <a:solidFill>
                <a:schemeClr val="accent6">
                  <a:lumMod val="75000"/>
                </a:schemeClr>
              </a:solidFill>
              <a:latin typeface="Times New Roman" panose="02020603050405020304" pitchFamily="18" charset="0"/>
              <a:ea typeface="黑体" panose="02010609060101010101" pitchFamily="49" charset="-122"/>
              <a:cs typeface="Times New Roman" panose="02020603050405020304" pitchFamily="18" charset="0"/>
            </a:endParaRPr>
          </a:p>
          <a:p>
            <a:pPr lvl="2"/>
            <a:r>
              <a:rPr lang="zh-CN" altLang="en-US" dirty="0">
                <a:latin typeface="Times New Roman" panose="02020603050405020304" pitchFamily="18" charset="0"/>
                <a:ea typeface="黑体" panose="02010609060101010101" pitchFamily="49" charset="-122"/>
                <a:cs typeface="Times New Roman" panose="02020603050405020304" pitchFamily="18" charset="0"/>
              </a:rPr>
              <a:t>更新某个对话的标题</a:t>
            </a:r>
            <a:endParaRPr lang="zh-CN" altLang="zh-CN" dirty="0">
              <a:latin typeface="Times New Roman" panose="02020603050405020304" pitchFamily="18" charset="0"/>
              <a:ea typeface="黑体" panose="02010609060101010101" pitchFamily="49" charset="-122"/>
              <a:cs typeface="Times New Roman" panose="02020603050405020304" pitchFamily="18" charset="0"/>
            </a:endParaRPr>
          </a:p>
          <a:p>
            <a:pPr lvl="1"/>
            <a:endParaRPr lang="zh-CN" altLang="en-US" dirty="0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2116700909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FA29C9-C610-8E1A-D0F0-BEC0D2FA43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A429DED-6AAD-CADC-0407-D128C32B06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backend.api.server</a:t>
            </a: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  <a:r>
              <a:rPr lang="en-US" altLang="zh-CN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py</a:t>
            </a:r>
            <a:endParaRPr lang="zh-CN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49925045-9F15-8027-D3FE-F27C8E80E1B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CN" altLang="en-US" dirty="0">
                <a:latin typeface="黑体" panose="02010609060101010101" pitchFamily="49" charset="-122"/>
                <a:ea typeface="黑体" panose="02010609060101010101" pitchFamily="49" charset="-122"/>
              </a:rPr>
              <a:t>后端接口</a:t>
            </a:r>
            <a:endParaRPr lang="en-US" altLang="zh-CN" dirty="0">
              <a:latin typeface="黑体" panose="02010609060101010101" pitchFamily="49" charset="-122"/>
              <a:ea typeface="黑体" panose="02010609060101010101" pitchFamily="49" charset="-122"/>
            </a:endParaRPr>
          </a:p>
          <a:p>
            <a:pPr lvl="1"/>
            <a:r>
              <a:rPr lang="zh-CN" altLang="zh-CN" dirty="0">
                <a:solidFill>
                  <a:schemeClr val="accent6">
                    <a:lumMod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"/api/conversations/{conv_id}/messages“</a:t>
            </a:r>
            <a:endParaRPr lang="en-US" altLang="zh-CN" dirty="0">
              <a:solidFill>
                <a:schemeClr val="accent6">
                  <a:lumMod val="75000"/>
                </a:schemeClr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2"/>
            <a:r>
              <a:rPr lang="zh-CN" altLang="en-US" dirty="0">
                <a:latin typeface="黑体" panose="02010609060101010101" pitchFamily="49" charset="-122"/>
                <a:ea typeface="黑体" panose="02010609060101010101" pitchFamily="49" charset="-122"/>
                <a:cs typeface="Times New Roman" panose="02020603050405020304" pitchFamily="18" charset="0"/>
              </a:rPr>
              <a:t>获取某个对话的所有信息</a:t>
            </a:r>
            <a:endParaRPr lang="zh-CN" altLang="zh-CN" dirty="0">
              <a:latin typeface="黑体" panose="02010609060101010101" pitchFamily="49" charset="-122"/>
              <a:ea typeface="黑体" panose="02010609060101010101" pitchFamily="49" charset="-122"/>
              <a:cs typeface="Times New Roman" panose="02020603050405020304" pitchFamily="18" charset="0"/>
            </a:endParaRPr>
          </a:p>
          <a:p>
            <a:pPr lvl="1"/>
            <a:endParaRPr lang="zh-CN" altLang="en-US" dirty="0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3008543469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285615-8FAA-9544-7011-4E103E2678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8D1E07A9-6100-C79B-E208-1BC4861266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backend.api.server</a:t>
            </a: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  <a:r>
              <a:rPr lang="en-US" altLang="zh-CN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py</a:t>
            </a:r>
            <a:endParaRPr lang="zh-CN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D8BA4DF5-E6C3-6493-E3CD-C6244999581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CN" altLang="en-US" dirty="0">
                <a:latin typeface="黑体" panose="02010609060101010101" pitchFamily="49" charset="-122"/>
                <a:ea typeface="黑体" panose="02010609060101010101" pitchFamily="49" charset="-122"/>
              </a:rPr>
              <a:t>后端接口</a:t>
            </a:r>
          </a:p>
        </p:txBody>
      </p:sp>
    </p:spTree>
    <p:extLst>
      <p:ext uri="{BB962C8B-B14F-4D97-AF65-F5344CB8AC3E}">
        <p14:creationId xmlns:p14="http://schemas.microsoft.com/office/powerpoint/2010/main" val="311240160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634</TotalTime>
  <Words>579</Words>
  <Application>Microsoft Office PowerPoint</Application>
  <PresentationFormat>宽屏</PresentationFormat>
  <Paragraphs>105</Paragraphs>
  <Slides>23</Slides>
  <Notes>5</Notes>
  <HiddenSlides>0</HiddenSlides>
  <MMClips>0</MMClips>
  <ScaleCrop>false</ScaleCrop>
  <HeadingPairs>
    <vt:vector size="6" baseType="variant">
      <vt:variant>
        <vt:lpstr>已用的字体</vt:lpstr>
      </vt:variant>
      <vt:variant>
        <vt:i4>5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23</vt:i4>
      </vt:variant>
    </vt:vector>
  </HeadingPairs>
  <TitlesOfParts>
    <vt:vector size="29" baseType="lpstr">
      <vt:lpstr>等线</vt:lpstr>
      <vt:lpstr>等线 Light</vt:lpstr>
      <vt:lpstr>黑体</vt:lpstr>
      <vt:lpstr>Arial</vt:lpstr>
      <vt:lpstr>Times New Roman</vt:lpstr>
      <vt:lpstr>Office 主题​​</vt:lpstr>
      <vt:lpstr>Bioinformatics_Agent_Architecture</vt:lpstr>
      <vt:lpstr>PowerPoint 演示文稿</vt:lpstr>
      <vt:lpstr>config.py</vt:lpstr>
      <vt:lpstr>main.py</vt:lpstr>
      <vt:lpstr>backend.api.server.py</vt:lpstr>
      <vt:lpstr>backend.api.server.py</vt:lpstr>
      <vt:lpstr>backend.api.server.py</vt:lpstr>
      <vt:lpstr>backend.api.server.py</vt:lpstr>
      <vt:lpstr>backend.api.server.py</vt:lpstr>
      <vt:lpstr>backend.api.server.py</vt:lpstr>
      <vt:lpstr>backend.api.server.py</vt:lpstr>
      <vt:lpstr>PowerPoint 演示文稿</vt:lpstr>
      <vt:lpstr>backend.api.server.py</vt:lpstr>
      <vt:lpstr>backend.api.server.py</vt:lpstr>
      <vt:lpstr>backend.api.server.py</vt:lpstr>
      <vt:lpstr>backend.api.server.py</vt:lpstr>
      <vt:lpstr>backend.api.server.py</vt:lpstr>
      <vt:lpstr>backend.api.server.py</vt:lpstr>
      <vt:lpstr>backend.api.server.py</vt:lpstr>
      <vt:lpstr>backend.api.server.py</vt:lpstr>
      <vt:lpstr>backend.api.server.py</vt:lpstr>
      <vt:lpstr>backend.api.server.py</vt:lpstr>
      <vt:lpstr>backend.api.server.py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庭浩 夏</dc:creator>
  <cp:lastModifiedBy>庭浩 夏</cp:lastModifiedBy>
  <cp:revision>84</cp:revision>
  <dcterms:created xsi:type="dcterms:W3CDTF">2026-07-06T08:12:36Z</dcterms:created>
  <dcterms:modified xsi:type="dcterms:W3CDTF">2026-07-13T06:16:44Z</dcterms:modified>
</cp:coreProperties>
</file>