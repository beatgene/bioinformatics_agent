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8" r:id="rId11"/>
    <p:sldId id="265" r:id="rId12"/>
    <p:sldId id="266" r:id="rId13"/>
    <p:sldId id="267" r:id="rId14"/>
    <p:sldId id="268" r:id="rId15"/>
    <p:sldId id="271" r:id="rId16"/>
    <p:sldId id="269" r:id="rId17"/>
    <p:sldId id="274" r:id="rId18"/>
    <p:sldId id="272" r:id="rId19"/>
    <p:sldId id="275" r:id="rId20"/>
  </p:sldIdLst>
  <p:sldSz cx="12192000" cy="6858000"/>
  <p:notesSz cx="6858000" cy="9144000"/>
  <p:custDataLst>
    <p:tags r:id="rId2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8327" autoAdjust="0"/>
  </p:normalViewPr>
  <p:slideViewPr>
    <p:cSldViewPr snapToGrid="0">
      <p:cViewPr varScale="1">
        <p:scale>
          <a:sx n="126" d="100"/>
          <a:sy n="126" d="100"/>
        </p:scale>
        <p:origin x="140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A3113A-A8F2-41E1-BE9A-B655091E6EC1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498E8F-0E88-4000-8EEC-96D622E5BC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51479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P:planner   S:search  R:review_search   A:parse  C:compare  T:report  E:review_results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498E8F-0E88-4000-8EEC-96D622E5BCA8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63240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 err="1"/>
              <a:t>ToDo</a:t>
            </a:r>
            <a:endParaRPr lang="zh-CN" altLang="en-US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498E8F-0E88-4000-8EEC-96D622E5BCA8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46635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498E8F-0E88-4000-8EEC-96D622E5BCA8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616552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702EC2-9ED2-44E7-B8B2-FA3AEED63E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1410896-6A8D-7B8C-4169-6004B2F959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60E1D6D-0135-36EE-55E3-D4E4B31A9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0463B21-4C36-2663-4320-D632F71DC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83E0F3D-2541-25EA-5469-C6EC54ADE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64982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BFCB2D-793F-11D7-D772-5DC983F30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E8743AA-92CF-63C1-D7FD-BA294F438D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F24BE13-D695-56E0-4628-D23DC7BF3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9B158B9-8E02-FF8B-E30E-674813F0D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A237677-F581-F57F-22B3-19FBC9B43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3333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AFCF8F-3C28-EC6A-40EB-759AE0003A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E16314E-F9BC-CE97-444C-FCF5A09CD9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B06B6A-11BB-303A-6B0C-D81E1F4AC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13AE548-7987-978A-5BCB-EB37C9AEF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B68274-2EDF-E056-F9C6-0C0C9A268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93434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11040A-9933-2324-45D4-1E5A6972B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24727AB-DFF8-2D19-06A9-EA3C63E13F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E735C9F-F034-081C-5E69-9EB16EB385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C691809-D47E-06BF-127C-C75B27D57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F5B4E26-1E8A-40FB-9715-BBA56EEE4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667B68B-0967-E4EC-132A-0CB0F12AC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99338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057453-F329-DF4F-F113-3F15D745A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ACCD3F1-AA0C-D7AE-BDD4-75C8009E5D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D7E8985-0663-A65B-2EF1-2D7F2962C7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6C334C22-A16E-FBC3-EB9A-3A879E21F2E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0C15E8D-088F-91F3-D8A4-913258DCE2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46FABDC-2D74-BC02-8849-50CD570696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13A18EF-5D73-F7E4-B6AF-FFAB62B21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608FC48-5819-498B-A06D-53178183B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2701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A00C42-F821-F57C-AF6C-2859A013D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24F08F1-49E4-65DC-AB04-EC92BBA03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3D143B02-A4EC-0C54-61D0-5F3A309C8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42E3A0C-D998-DC51-39AF-2B6B39309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01401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2C7DF5F-B28E-B57E-0A47-EE34D602D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D44EF15-C6B9-4CD2-5209-201690E96C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A450BDF-9D35-F3EB-C1F2-CDBDB014D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47659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DB66DA-3906-6051-DC53-DA3A37541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4F4B2DC-0224-E688-2473-966BAF30E1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AA0B183-5C33-1C3E-7164-5D8606DE4B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D8285AA-66D5-6920-84DD-654B5B17B9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F105ADA-FE01-2235-599C-A9F5A34B5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978700A-8FD0-9A61-B4EB-AD127B97A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48109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8D257D-2C01-8B96-1240-530AB509B3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B3C4587-3F93-3224-E4E3-71BBA841CD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4B56936-3CD9-63CF-6459-DAE3E66791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3BFCEBE-14CE-923A-8166-9C528E645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28CBE8-6F8D-2A86-3C2E-C772A2C3D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CE5032-5726-EF72-AB78-7B1B2BB66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07939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EE141DC-064C-8264-CF74-92AA98E90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C9AD63B-C158-31B7-BAB5-047458B9DB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C1860A-5892-C741-67D7-938C5C96B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ACF8B79-F39C-55DE-5E2F-3EA4DCBAB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C900DAD-CB20-720C-BCE0-990D970B6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59489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F445B8B-2E86-AB3F-E2F5-A8F5B92C66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3F49070-15AC-CF71-DCEE-DB0ECC9546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0E268F8-42FC-97EA-FDF4-F6A829C46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99665BC-CCA6-1B6A-C0B0-B5E037212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7E8945-F853-6D91-6CCF-AC3DAC04C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53842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C1DAA35-0EC2-8640-9DAE-89DEEDF8C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52A2C3F-017B-B042-B449-CF3E9D89B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0B7DCDA-98C6-AA68-74A3-3484411AB3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418217-8E16-49AE-98DB-91CE6F89811F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A8E3C62-4936-EDAD-751D-D23940FA92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2EA6A1F-A089-7E02-C7D4-AF7F7B4E7A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8517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A0592D-680D-3D86-A541-87E164984AC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zh-CN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Bioinformatics_Agent_Architecture</a:t>
            </a:r>
            <a:endParaRPr lang="zh-CN" alt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8CDC6C8-6FFC-AA3B-774E-076DFA46BD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45555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 descr="用户 纯色填充">
            <a:extLst>
              <a:ext uri="{FF2B5EF4-FFF2-40B4-BE49-F238E27FC236}">
                <a16:creationId xmlns:a16="http://schemas.microsoft.com/office/drawing/2014/main" id="{8EB400D1-7A9C-F5A0-C004-AFD2A89F9B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20152" y="2638372"/>
            <a:ext cx="914400" cy="914400"/>
          </a:xfrm>
          <a:prstGeom prst="rect">
            <a:avLst/>
          </a:prstGeom>
        </p:spPr>
      </p:pic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E2221E59-FCF5-FEC7-6336-C4F96CE4B084}"/>
              </a:ext>
            </a:extLst>
          </p:cNvPr>
          <p:cNvCxnSpPr/>
          <p:nvPr/>
        </p:nvCxnSpPr>
        <p:spPr>
          <a:xfrm>
            <a:off x="1288243" y="3095572"/>
            <a:ext cx="12175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B447B6FC-1FA2-E928-39D8-1EF63DE04037}"/>
              </a:ext>
            </a:extLst>
          </p:cNvPr>
          <p:cNvSpPr txBox="1"/>
          <p:nvPr/>
        </p:nvSpPr>
        <p:spPr>
          <a:xfrm>
            <a:off x="1664612" y="2726240"/>
            <a:ext cx="4647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图形 9" descr="机器人 纯色填充">
            <a:extLst>
              <a:ext uri="{FF2B5EF4-FFF2-40B4-BE49-F238E27FC236}">
                <a16:creationId xmlns:a16="http://schemas.microsoft.com/office/drawing/2014/main" id="{37EC01A9-137A-C0FB-7AA3-EC896217B9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05759" y="2638372"/>
            <a:ext cx="914400" cy="914400"/>
          </a:xfrm>
          <a:prstGeom prst="rect">
            <a:avLst/>
          </a:prstGeom>
        </p:spPr>
      </p:pic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2799C205-9243-AD31-5985-9670D9C4B5DE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674999" y="1874268"/>
            <a:ext cx="1667138" cy="565816"/>
          </a:xfrm>
          <a:prstGeom prst="bentConnector3">
            <a:avLst>
              <a:gd name="adj1" fmla="val 100606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8" name="图形 17" descr="数据库 纯色填充">
            <a:extLst>
              <a:ext uri="{FF2B5EF4-FFF2-40B4-BE49-F238E27FC236}">
                <a16:creationId xmlns:a16="http://schemas.microsoft.com/office/drawing/2014/main" id="{0DE137B8-A098-155F-38E9-981C26D4B4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91476" y="866407"/>
            <a:ext cx="914400" cy="914400"/>
          </a:xfrm>
          <a:prstGeom prst="rect">
            <a:avLst/>
          </a:prstGeom>
        </p:spPr>
      </p:pic>
      <p:sp>
        <p:nvSpPr>
          <p:cNvPr id="19" name="文本框 18">
            <a:extLst>
              <a:ext uri="{FF2B5EF4-FFF2-40B4-BE49-F238E27FC236}">
                <a16:creationId xmlns:a16="http://schemas.microsoft.com/office/drawing/2014/main" id="{34A2CD19-93A7-D356-8403-82BF1CDC6F3A}"/>
              </a:ext>
            </a:extLst>
          </p:cNvPr>
          <p:cNvSpPr txBox="1"/>
          <p:nvPr/>
        </p:nvSpPr>
        <p:spPr>
          <a:xfrm>
            <a:off x="3917774" y="641595"/>
            <a:ext cx="788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先验</a:t>
            </a:r>
          </a:p>
        </p:txBody>
      </p:sp>
      <p:cxnSp>
        <p:nvCxnSpPr>
          <p:cNvPr id="21" name="连接符: 肘形 20">
            <a:extLst>
              <a:ext uri="{FF2B5EF4-FFF2-40B4-BE49-F238E27FC236}">
                <a16:creationId xmlns:a16="http://schemas.microsoft.com/office/drawing/2014/main" id="{E52A9C7C-2FAF-FD44-6527-705A3A182191}"/>
              </a:ext>
            </a:extLst>
          </p:cNvPr>
          <p:cNvCxnSpPr>
            <a:cxnSpLocks/>
          </p:cNvCxnSpPr>
          <p:nvPr/>
        </p:nvCxnSpPr>
        <p:spPr>
          <a:xfrm rot="5400000">
            <a:off x="3152618" y="1928786"/>
            <a:ext cx="1314767" cy="1018808"/>
          </a:xfrm>
          <a:prstGeom prst="bentConnector3">
            <a:avLst>
              <a:gd name="adj1" fmla="val 99952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11B693ED-050A-71EF-F08C-5559B158E3F1}"/>
              </a:ext>
            </a:extLst>
          </p:cNvPr>
          <p:cNvSpPr txBox="1"/>
          <p:nvPr/>
        </p:nvSpPr>
        <p:spPr>
          <a:xfrm>
            <a:off x="4329506" y="2253524"/>
            <a:ext cx="5136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Q+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14C27359-162A-B8A8-C56A-A5D4704D2E3D}"/>
              </a:ext>
            </a:extLst>
          </p:cNvPr>
          <p:cNvCxnSpPr/>
          <p:nvPr/>
        </p:nvCxnSpPr>
        <p:spPr>
          <a:xfrm>
            <a:off x="3300597" y="3192822"/>
            <a:ext cx="259501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1DE6B068-7A2C-397F-D2E5-70A600F84941}"/>
              </a:ext>
            </a:extLst>
          </p:cNvPr>
          <p:cNvSpPr/>
          <p:nvPr/>
        </p:nvSpPr>
        <p:spPr>
          <a:xfrm>
            <a:off x="5905707" y="2357449"/>
            <a:ext cx="308168" cy="154769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规划</a:t>
            </a: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717F8497-5D74-CD4F-A33A-7EF3E2CA1D7F}"/>
              </a:ext>
            </a:extLst>
          </p:cNvPr>
          <p:cNvSpPr/>
          <p:nvPr/>
        </p:nvSpPr>
        <p:spPr>
          <a:xfrm>
            <a:off x="6272816" y="2357449"/>
            <a:ext cx="308168" cy="154769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调度</a:t>
            </a: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A48533B8-D231-2C82-BE05-B218A9208743}"/>
              </a:ext>
            </a:extLst>
          </p:cNvPr>
          <p:cNvSpPr/>
          <p:nvPr/>
        </p:nvSpPr>
        <p:spPr>
          <a:xfrm>
            <a:off x="6639925" y="2357449"/>
            <a:ext cx="308168" cy="154769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执行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A303BD4C-86F0-5704-BBE0-2693D25D61AD}"/>
              </a:ext>
            </a:extLst>
          </p:cNvPr>
          <p:cNvSpPr/>
          <p:nvPr/>
        </p:nvSpPr>
        <p:spPr>
          <a:xfrm>
            <a:off x="7007034" y="2357449"/>
            <a:ext cx="308168" cy="154769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反馈</a:t>
            </a:r>
          </a:p>
        </p:txBody>
      </p:sp>
      <p:pic>
        <p:nvPicPr>
          <p:cNvPr id="39" name="图形 38" descr="箭头循环 纯色填充">
            <a:extLst>
              <a:ext uri="{FF2B5EF4-FFF2-40B4-BE49-F238E27FC236}">
                <a16:creationId xmlns:a16="http://schemas.microsoft.com/office/drawing/2014/main" id="{D3D8CF79-B41A-699F-56E1-509DC04105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23784" y="1554102"/>
            <a:ext cx="914400" cy="914400"/>
          </a:xfrm>
          <a:prstGeom prst="rect">
            <a:avLst/>
          </a:prstGeom>
        </p:spPr>
      </p:pic>
      <p:cxnSp>
        <p:nvCxnSpPr>
          <p:cNvPr id="49" name="连接符: 肘形 48">
            <a:extLst>
              <a:ext uri="{FF2B5EF4-FFF2-40B4-BE49-F238E27FC236}">
                <a16:creationId xmlns:a16="http://schemas.microsoft.com/office/drawing/2014/main" id="{05188DC3-5B02-9705-3610-6E2D4AFE3695}"/>
              </a:ext>
            </a:extLst>
          </p:cNvPr>
          <p:cNvCxnSpPr>
            <a:cxnSpLocks/>
          </p:cNvCxnSpPr>
          <p:nvPr/>
        </p:nvCxnSpPr>
        <p:spPr>
          <a:xfrm rot="10800000" flipV="1">
            <a:off x="777999" y="4031440"/>
            <a:ext cx="5861929" cy="1136687"/>
          </a:xfrm>
          <a:prstGeom prst="bentConnector3">
            <a:avLst>
              <a:gd name="adj1" fmla="val 15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FAD21537-E99D-35B9-9C1F-FD7ECFE4B000}"/>
              </a:ext>
            </a:extLst>
          </p:cNvPr>
          <p:cNvCxnSpPr>
            <a:cxnSpLocks/>
          </p:cNvCxnSpPr>
          <p:nvPr/>
        </p:nvCxnSpPr>
        <p:spPr>
          <a:xfrm flipV="1">
            <a:off x="777998" y="3627288"/>
            <a:ext cx="0" cy="15408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019CEED7-8029-3DF9-C541-F054581D15C2}"/>
              </a:ext>
            </a:extLst>
          </p:cNvPr>
          <p:cNvSpPr txBox="1"/>
          <p:nvPr/>
        </p:nvSpPr>
        <p:spPr>
          <a:xfrm>
            <a:off x="3300597" y="5187791"/>
            <a:ext cx="1126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22830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B55417-BA58-3B0D-5A62-3AC556234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config.py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441AF47-7DBD-5802-4C69-0049A3E28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应用配置，读取环境变量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en-US" sz="1600" dirty="0">
                <a:latin typeface="黑体" panose="02010609060101010101" pitchFamily="49" charset="-122"/>
                <a:ea typeface="黑体" panose="02010609060101010101" pitchFamily="49" charset="-122"/>
              </a:rPr>
              <a:t>大模型</a:t>
            </a:r>
            <a:r>
              <a:rPr lang="en-US" altLang="zh-CN" sz="1600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API</a:t>
            </a:r>
          </a:p>
          <a:p>
            <a:pPr lvl="1"/>
            <a:r>
              <a:rPr lang="en-US" altLang="zh-CN" sz="1600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PubMed</a:t>
            </a:r>
          </a:p>
          <a:p>
            <a:pPr lvl="1"/>
            <a:r>
              <a:rPr lang="en-US" altLang="zh-CN" sz="1600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App</a:t>
            </a:r>
            <a:r>
              <a:rPr lang="zh-CN" altLang="en-US" sz="1600" dirty="0">
                <a:latin typeface="黑体" panose="02010609060101010101" pitchFamily="49" charset="-122"/>
                <a:ea typeface="黑体" panose="02010609060101010101" pitchFamily="49" charset="-122"/>
              </a:rPr>
              <a:t>信息</a:t>
            </a:r>
            <a:r>
              <a:rPr lang="en-US" altLang="zh-CN" sz="1600" dirty="0">
                <a:latin typeface="黑体" panose="02010609060101010101" pitchFamily="49" charset="-122"/>
                <a:ea typeface="黑体" panose="02010609060101010101" pitchFamily="49" charset="-122"/>
              </a:rPr>
              <a:t>(</a:t>
            </a:r>
            <a:r>
              <a:rPr lang="en-US" altLang="zh-CN" sz="1600" dirty="0" err="1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host,port,log_level</a:t>
            </a:r>
            <a:r>
              <a:rPr lang="en-US" altLang="zh-CN" sz="1600" dirty="0">
                <a:latin typeface="黑体" panose="02010609060101010101" pitchFamily="49" charset="-122"/>
                <a:ea typeface="黑体" panose="02010609060101010101" pitchFamily="49" charset="-122"/>
              </a:rPr>
              <a:t>)</a:t>
            </a:r>
          </a:p>
          <a:p>
            <a:pPr lvl="1"/>
            <a:r>
              <a:rPr lang="zh-CN" altLang="en-US" sz="1600" dirty="0">
                <a:latin typeface="黑体" panose="02010609060101010101" pitchFamily="49" charset="-122"/>
                <a:ea typeface="黑体" panose="02010609060101010101" pitchFamily="49" charset="-122"/>
              </a:rPr>
              <a:t>数据路径</a:t>
            </a:r>
          </a:p>
        </p:txBody>
      </p:sp>
    </p:spTree>
    <p:extLst>
      <p:ext uri="{BB962C8B-B14F-4D97-AF65-F5344CB8AC3E}">
        <p14:creationId xmlns:p14="http://schemas.microsoft.com/office/powerpoint/2010/main" val="41545545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59375E-54FB-F0AA-2552-1D9A6F3FA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main.py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20BB6D4-C3AF-5AFD-6C19-159C42E711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后端使用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uvicorn.run(</a:t>
            </a:r>
            <a:b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"backend.api.server:app",</a:t>
            </a:r>
            <a:b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host=config.APP_HOST,</a:t>
            </a:r>
            <a:b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port=config.APP_PORT,</a:t>
            </a:r>
            <a:b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log_level=config.LOG_LEVEL.lower(),</a:t>
            </a:r>
            <a:b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reload=False,</a:t>
            </a:r>
            <a:b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457200" lvl="1" indent="0">
              <a:buNone/>
            </a:pP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58552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675D2D-2F83-A932-0D24-8FFAE6FF8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9E2E0E2-7A8D-0C8D-F91F-5A16704215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初始化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确保数据目录存在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config.ensure_dirs()</a:t>
            </a: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83195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9BD4F-EA4B-B54A-9359-1237E8F14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5E1054-5E62-6149-BD56-F5E43A1DF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DA9A967-F103-B910-3EF8-7E244CA6C3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初始化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初始化数据库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init_db()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初始化</a:t>
            </a:r>
            <a:r>
              <a:rPr lang="zh-CN" altLang="zh-CN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Conversation</a:t>
            </a:r>
            <a:r>
              <a:rPr lang="zh-CN" altLang="en-US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、</a:t>
            </a:r>
            <a:r>
              <a:rPr lang="zh-CN" altLang="zh-CN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Message</a:t>
            </a:r>
            <a:r>
              <a:rPr lang="zh-CN" altLang="en-US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、</a:t>
            </a:r>
            <a:r>
              <a:rPr lang="zh-CN" altLang="zh-CN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ResearchRecord</a:t>
            </a:r>
            <a:r>
              <a:rPr lang="zh-CN" altLang="en-US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三张表</a:t>
            </a:r>
            <a:endParaRPr lang="zh-CN" altLang="zh-CN" dirty="0"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051179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A14FF-48A9-842E-D8BC-1965D117F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7649979-CB66-66F6-348F-EEE0FAB2A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2E252A4-4C62-2396-74CD-CA13A2FB8A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</a:p>
        </p:txBody>
      </p:sp>
    </p:spTree>
    <p:extLst>
      <p:ext uri="{BB962C8B-B14F-4D97-AF65-F5344CB8AC3E}">
        <p14:creationId xmlns:p14="http://schemas.microsoft.com/office/powerpoint/2010/main" val="31403765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4FBD1-86AB-8613-0064-C050F80E0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5EA3CD-F0D9-E4EA-58EF-D87F13790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52A631E-2F2D-D748-DEAD-9E9B58BEC9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"/api/health"</a:t>
            </a: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175477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6F2A7-D132-85D8-1F6D-733F7E603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85AAC2-D913-FBEA-8CF2-631038C0F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A85075A-F855-914F-70FE-4B223EC6AC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904992"/>
          </a:xfrm>
        </p:spPr>
        <p:txBody>
          <a:bodyPr>
            <a:normAutofit/>
          </a:bodyPr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"/api/research"</a:t>
            </a:r>
          </a:p>
          <a:p>
            <a:pPr marL="457200" lvl="1" indent="0">
              <a:buNone/>
            </a:pP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26CCAB72-DFAC-B648-77CC-B19C997ECF7B}"/>
              </a:ext>
            </a:extLst>
          </p:cNvPr>
          <p:cNvSpPr/>
          <p:nvPr/>
        </p:nvSpPr>
        <p:spPr>
          <a:xfrm>
            <a:off x="7845654" y="230188"/>
            <a:ext cx="873984" cy="29301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开始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962826C-584F-EAEC-062B-607E7C7B6A50}"/>
              </a:ext>
            </a:extLst>
          </p:cNvPr>
          <p:cNvSpPr/>
          <p:nvPr/>
        </p:nvSpPr>
        <p:spPr>
          <a:xfrm>
            <a:off x="7848179" y="796574"/>
            <a:ext cx="871459" cy="31036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request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D7EC8361-1AB2-71BE-7162-B86CA8960EB4}"/>
              </a:ext>
            </a:extLst>
          </p:cNvPr>
          <p:cNvCxnSpPr>
            <a:stCxn id="5" idx="2"/>
            <a:endCxn id="11" idx="0"/>
          </p:cNvCxnSpPr>
          <p:nvPr/>
        </p:nvCxnSpPr>
        <p:spPr>
          <a:xfrm>
            <a:off x="8282646" y="523200"/>
            <a:ext cx="1263" cy="2733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流程图: 决策 19">
            <a:extLst>
              <a:ext uri="{FF2B5EF4-FFF2-40B4-BE49-F238E27FC236}">
                <a16:creationId xmlns:a16="http://schemas.microsoft.com/office/drawing/2014/main" id="{FE1D065E-13DD-1C7D-CF69-05441202D0CB}"/>
              </a:ext>
            </a:extLst>
          </p:cNvPr>
          <p:cNvSpPr/>
          <p:nvPr/>
        </p:nvSpPr>
        <p:spPr>
          <a:xfrm>
            <a:off x="7615317" y="1395473"/>
            <a:ext cx="1334658" cy="489412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conv_id</a:t>
            </a:r>
            <a:endParaRPr lang="zh-CN" alt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F2CE90F7-6C09-E9C4-9F5A-53CA17ED5446}"/>
              </a:ext>
            </a:extLst>
          </p:cNvPr>
          <p:cNvCxnSpPr>
            <a:stCxn id="11" idx="2"/>
            <a:endCxn id="20" idx="0"/>
          </p:cNvCxnSpPr>
          <p:nvPr/>
        </p:nvCxnSpPr>
        <p:spPr>
          <a:xfrm flipH="1">
            <a:off x="8282646" y="1106943"/>
            <a:ext cx="1263" cy="2885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9F3BBF55-61AB-35D9-9727-B68817CF5DF8}"/>
              </a:ext>
            </a:extLst>
          </p:cNvPr>
          <p:cNvCxnSpPr>
            <a:cxnSpLocks/>
            <a:stCxn id="20" idx="2"/>
            <a:endCxn id="31" idx="0"/>
          </p:cNvCxnSpPr>
          <p:nvPr/>
        </p:nvCxnSpPr>
        <p:spPr>
          <a:xfrm>
            <a:off x="8282646" y="1884885"/>
            <a:ext cx="1263" cy="3541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矩形 30">
            <a:extLst>
              <a:ext uri="{FF2B5EF4-FFF2-40B4-BE49-F238E27FC236}">
                <a16:creationId xmlns:a16="http://schemas.microsoft.com/office/drawing/2014/main" id="{ACC61437-38AD-D389-87A9-E7CDCD75E73D}"/>
              </a:ext>
            </a:extLst>
          </p:cNvPr>
          <p:cNvSpPr/>
          <p:nvPr/>
        </p:nvSpPr>
        <p:spPr>
          <a:xfrm>
            <a:off x="7848179" y="2239065"/>
            <a:ext cx="871459" cy="31036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EFAAA41-5F40-8983-D8D6-0B17D62F03EE}"/>
              </a:ext>
            </a:extLst>
          </p:cNvPr>
          <p:cNvSpPr txBox="1"/>
          <p:nvPr/>
        </p:nvSpPr>
        <p:spPr>
          <a:xfrm>
            <a:off x="8282646" y="1888605"/>
            <a:ext cx="3309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黑体" panose="02010609060101010101" pitchFamily="49" charset="-122"/>
                <a:ea typeface="黑体" panose="02010609060101010101" pitchFamily="49" charset="-122"/>
              </a:rPr>
              <a:t>否</a:t>
            </a:r>
          </a:p>
        </p:txBody>
      </p: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AB0E3122-F4BD-F45C-0E8B-DB8DD758588D}"/>
              </a:ext>
            </a:extLst>
          </p:cNvPr>
          <p:cNvCxnSpPr>
            <a:stCxn id="20" idx="3"/>
          </p:cNvCxnSpPr>
          <p:nvPr/>
        </p:nvCxnSpPr>
        <p:spPr>
          <a:xfrm>
            <a:off x="8949975" y="1640179"/>
            <a:ext cx="1113477" cy="637942"/>
          </a:xfrm>
          <a:prstGeom prst="bentConnector3">
            <a:avLst>
              <a:gd name="adj1" fmla="val 99454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92526802-DFD4-4500-6708-0A976A734947}"/>
              </a:ext>
            </a:extLst>
          </p:cNvPr>
          <p:cNvSpPr txBox="1"/>
          <p:nvPr/>
        </p:nvSpPr>
        <p:spPr>
          <a:xfrm>
            <a:off x="9653403" y="1301625"/>
            <a:ext cx="3309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黑体" panose="02010609060101010101" pitchFamily="49" charset="-122"/>
                <a:ea typeface="黑体" panose="02010609060101010101" pitchFamily="49" charset="-122"/>
              </a:rPr>
              <a:t>是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15A66AC4-F71F-8B17-5C39-A27F52DC9B71}"/>
              </a:ext>
            </a:extLst>
          </p:cNvPr>
          <p:cNvSpPr/>
          <p:nvPr/>
        </p:nvSpPr>
        <p:spPr>
          <a:xfrm>
            <a:off x="9627722" y="2290849"/>
            <a:ext cx="871459" cy="31036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query-</a:t>
            </a:r>
            <a:r>
              <a:rPr lang="en-US" altLang="zh-CN" sz="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conv_id</a:t>
            </a:r>
            <a:endParaRPr lang="zh-CN" alt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987637F0-6056-0957-BC61-30FACD3A4217}"/>
              </a:ext>
            </a:extLst>
          </p:cNvPr>
          <p:cNvCxnSpPr>
            <a:stCxn id="31" idx="2"/>
          </p:cNvCxnSpPr>
          <p:nvPr/>
        </p:nvCxnSpPr>
        <p:spPr>
          <a:xfrm flipH="1">
            <a:off x="8282646" y="2549434"/>
            <a:ext cx="1263" cy="5120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D1BBACB9-0967-7ED0-A536-35A5F111FBF6}"/>
              </a:ext>
            </a:extLst>
          </p:cNvPr>
          <p:cNvCxnSpPr>
            <a:cxnSpLocks/>
            <a:stCxn id="47" idx="2"/>
          </p:cNvCxnSpPr>
          <p:nvPr/>
        </p:nvCxnSpPr>
        <p:spPr>
          <a:xfrm rot="5400000">
            <a:off x="9040880" y="1842984"/>
            <a:ext cx="264338" cy="1780806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矩形 58">
            <a:extLst>
              <a:ext uri="{FF2B5EF4-FFF2-40B4-BE49-F238E27FC236}">
                <a16:creationId xmlns:a16="http://schemas.microsoft.com/office/drawing/2014/main" id="{F0706197-B914-01A7-0565-27C8E0BE56DD}"/>
              </a:ext>
            </a:extLst>
          </p:cNvPr>
          <p:cNvSpPr/>
          <p:nvPr/>
        </p:nvSpPr>
        <p:spPr>
          <a:xfrm>
            <a:off x="7788188" y="3075592"/>
            <a:ext cx="988915" cy="3230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user_msg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98EE0B36-C881-33BF-CD06-6A0278EAE1DD}"/>
              </a:ext>
            </a:extLst>
          </p:cNvPr>
          <p:cNvSpPr/>
          <p:nvPr/>
        </p:nvSpPr>
        <p:spPr>
          <a:xfrm>
            <a:off x="7788188" y="3728510"/>
            <a:ext cx="988915" cy="32309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record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D9C8A978-B696-97A1-CB56-47DC01F6CB99}"/>
              </a:ext>
            </a:extLst>
          </p:cNvPr>
          <p:cNvCxnSpPr>
            <a:cxnSpLocks/>
            <a:stCxn id="59" idx="2"/>
            <a:endCxn id="60" idx="0"/>
          </p:cNvCxnSpPr>
          <p:nvPr/>
        </p:nvCxnSpPr>
        <p:spPr>
          <a:xfrm>
            <a:off x="8282646" y="3398689"/>
            <a:ext cx="0" cy="3298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矩形 65">
            <a:extLst>
              <a:ext uri="{FF2B5EF4-FFF2-40B4-BE49-F238E27FC236}">
                <a16:creationId xmlns:a16="http://schemas.microsoft.com/office/drawing/2014/main" id="{817E4C5B-0914-3FB9-7A2E-07E380EA7650}"/>
              </a:ext>
            </a:extLst>
          </p:cNvPr>
          <p:cNvSpPr/>
          <p:nvPr/>
        </p:nvSpPr>
        <p:spPr>
          <a:xfrm>
            <a:off x="7788188" y="4381429"/>
            <a:ext cx="988915" cy="38394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zh-CN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StreamingResponse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0E070F54-61E4-5BA3-40F3-1B4041199629}"/>
              </a:ext>
            </a:extLst>
          </p:cNvPr>
          <p:cNvSpPr/>
          <p:nvPr/>
        </p:nvSpPr>
        <p:spPr>
          <a:xfrm>
            <a:off x="9568994" y="4381429"/>
            <a:ext cx="988915" cy="38394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event_stream()</a:t>
            </a:r>
          </a:p>
        </p:txBody>
      </p: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BD27C18F-A692-9AB7-9C57-513838AAE463}"/>
              </a:ext>
            </a:extLst>
          </p:cNvPr>
          <p:cNvCxnSpPr>
            <a:stCxn id="60" idx="2"/>
            <a:endCxn id="66" idx="0"/>
          </p:cNvCxnSpPr>
          <p:nvPr/>
        </p:nvCxnSpPr>
        <p:spPr>
          <a:xfrm>
            <a:off x="8282646" y="4051608"/>
            <a:ext cx="0" cy="3298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B3A9EFC9-77FE-03A6-8758-DC0AFAA7A505}"/>
              </a:ext>
            </a:extLst>
          </p:cNvPr>
          <p:cNvCxnSpPr>
            <a:stCxn id="66" idx="3"/>
            <a:endCxn id="67" idx="1"/>
          </p:cNvCxnSpPr>
          <p:nvPr/>
        </p:nvCxnSpPr>
        <p:spPr>
          <a:xfrm>
            <a:off x="8777103" y="4573403"/>
            <a:ext cx="7918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55761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1E098B21-72A6-546C-B931-6C0DF5E4FC66}"/>
              </a:ext>
            </a:extLst>
          </p:cNvPr>
          <p:cNvSpPr/>
          <p:nvPr/>
        </p:nvSpPr>
        <p:spPr>
          <a:xfrm>
            <a:off x="4007863" y="760801"/>
            <a:ext cx="399098" cy="39909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064A423C-63F8-5FEF-6E57-8CA5FBB6AA69}"/>
              </a:ext>
            </a:extLst>
          </p:cNvPr>
          <p:cNvSpPr/>
          <p:nvPr/>
        </p:nvSpPr>
        <p:spPr>
          <a:xfrm>
            <a:off x="4992147" y="760801"/>
            <a:ext cx="399098" cy="39909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D6F675BC-C572-ADA4-F9EB-AC6BFCDDA745}"/>
              </a:ext>
            </a:extLst>
          </p:cNvPr>
          <p:cNvSpPr/>
          <p:nvPr/>
        </p:nvSpPr>
        <p:spPr>
          <a:xfrm>
            <a:off x="6958219" y="1652465"/>
            <a:ext cx="399098" cy="39909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78991D6F-320E-CC61-8626-ECF5E9F9BFF1}"/>
              </a:ext>
            </a:extLst>
          </p:cNvPr>
          <p:cNvSpPr/>
          <p:nvPr/>
        </p:nvSpPr>
        <p:spPr>
          <a:xfrm>
            <a:off x="7919762" y="2051563"/>
            <a:ext cx="399098" cy="39909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8B93F770-5143-26E2-6C72-67D12AFB1112}"/>
              </a:ext>
            </a:extLst>
          </p:cNvPr>
          <p:cNvSpPr/>
          <p:nvPr/>
        </p:nvSpPr>
        <p:spPr>
          <a:xfrm>
            <a:off x="9010962" y="2051563"/>
            <a:ext cx="399098" cy="39909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59DD64CA-00CE-F260-ECFC-DF46A833F3F6}"/>
              </a:ext>
            </a:extLst>
          </p:cNvPr>
          <p:cNvSpPr/>
          <p:nvPr/>
        </p:nvSpPr>
        <p:spPr>
          <a:xfrm>
            <a:off x="9986833" y="806358"/>
            <a:ext cx="399098" cy="39909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3B46563C-AC17-6171-A955-89A556325BE8}"/>
              </a:ext>
            </a:extLst>
          </p:cNvPr>
          <p:cNvSpPr/>
          <p:nvPr/>
        </p:nvSpPr>
        <p:spPr>
          <a:xfrm>
            <a:off x="5951177" y="1253367"/>
            <a:ext cx="399098" cy="39909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05159BF7-466A-1F3F-DA33-D0775E5CBD69}"/>
              </a:ext>
            </a:extLst>
          </p:cNvPr>
          <p:cNvCxnSpPr>
            <a:cxnSpLocks/>
            <a:endCxn id="3" idx="2"/>
          </p:cNvCxnSpPr>
          <p:nvPr/>
        </p:nvCxnSpPr>
        <p:spPr>
          <a:xfrm flipV="1">
            <a:off x="3561613" y="960350"/>
            <a:ext cx="44625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F89DA15A-ACDB-D1BF-295E-FF2CBDB2DA48}"/>
              </a:ext>
            </a:extLst>
          </p:cNvPr>
          <p:cNvCxnSpPr>
            <a:cxnSpLocks/>
            <a:stCxn id="3" idx="6"/>
            <a:endCxn id="22" idx="2"/>
          </p:cNvCxnSpPr>
          <p:nvPr/>
        </p:nvCxnSpPr>
        <p:spPr>
          <a:xfrm>
            <a:off x="4406961" y="960350"/>
            <a:ext cx="58518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820B7AD2-78CC-53D3-B33B-FD1547DE37A0}"/>
              </a:ext>
            </a:extLst>
          </p:cNvPr>
          <p:cNvCxnSpPr>
            <a:cxnSpLocks/>
            <a:stCxn id="22" idx="6"/>
            <a:endCxn id="34" idx="2"/>
          </p:cNvCxnSpPr>
          <p:nvPr/>
        </p:nvCxnSpPr>
        <p:spPr>
          <a:xfrm>
            <a:off x="5391245" y="960350"/>
            <a:ext cx="4595588" cy="455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文本框 46">
            <a:extLst>
              <a:ext uri="{FF2B5EF4-FFF2-40B4-BE49-F238E27FC236}">
                <a16:creationId xmlns:a16="http://schemas.microsoft.com/office/drawing/2014/main" id="{E4251425-22C8-E566-B32D-18CE09177DFF}"/>
              </a:ext>
            </a:extLst>
          </p:cNvPr>
          <p:cNvSpPr txBox="1"/>
          <p:nvPr/>
        </p:nvSpPr>
        <p:spPr>
          <a:xfrm>
            <a:off x="7410314" y="669747"/>
            <a:ext cx="211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9C6E95B5-08AC-653C-952F-D148FB8C19DE}"/>
              </a:ext>
            </a:extLst>
          </p:cNvPr>
          <p:cNvCxnSpPr>
            <a:cxnSpLocks/>
            <a:stCxn id="22" idx="6"/>
          </p:cNvCxnSpPr>
          <p:nvPr/>
        </p:nvCxnSpPr>
        <p:spPr>
          <a:xfrm>
            <a:off x="5391245" y="960350"/>
            <a:ext cx="559932" cy="4487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AA6B8D3B-E44E-BEB7-04CD-96A2A164D858}"/>
              </a:ext>
            </a:extLst>
          </p:cNvPr>
          <p:cNvSpPr txBox="1"/>
          <p:nvPr/>
        </p:nvSpPr>
        <p:spPr>
          <a:xfrm>
            <a:off x="5391245" y="1083584"/>
            <a:ext cx="1919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E11E754C-B78B-78E9-B16F-AD9032D2BD2F}"/>
              </a:ext>
            </a:extLst>
          </p:cNvPr>
          <p:cNvCxnSpPr>
            <a:stCxn id="37" idx="6"/>
            <a:endCxn id="26" idx="2"/>
          </p:cNvCxnSpPr>
          <p:nvPr/>
        </p:nvCxnSpPr>
        <p:spPr>
          <a:xfrm>
            <a:off x="6350275" y="1452916"/>
            <a:ext cx="607944" cy="3990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连接符: 曲线 55">
            <a:extLst>
              <a:ext uri="{FF2B5EF4-FFF2-40B4-BE49-F238E27FC236}">
                <a16:creationId xmlns:a16="http://schemas.microsoft.com/office/drawing/2014/main" id="{C4BB600F-7520-452D-2AB6-76DEA05CE728}"/>
              </a:ext>
            </a:extLst>
          </p:cNvPr>
          <p:cNvCxnSpPr>
            <a:cxnSpLocks/>
            <a:stCxn id="37" idx="3"/>
            <a:endCxn id="22" idx="3"/>
          </p:cNvCxnSpPr>
          <p:nvPr/>
        </p:nvCxnSpPr>
        <p:spPr>
          <a:xfrm rot="5400000" flipH="1">
            <a:off x="5283826" y="868220"/>
            <a:ext cx="492566" cy="959030"/>
          </a:xfrm>
          <a:prstGeom prst="curvedConnector3">
            <a:avLst>
              <a:gd name="adj1" fmla="val -58276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675E897A-3916-C2F7-ACD6-E9C1CF331BF0}"/>
              </a:ext>
            </a:extLst>
          </p:cNvPr>
          <p:cNvSpPr txBox="1"/>
          <p:nvPr/>
        </p:nvSpPr>
        <p:spPr>
          <a:xfrm>
            <a:off x="5050594" y="1686019"/>
            <a:ext cx="211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789995C0-5B4F-F471-0E36-710A67DA6908}"/>
              </a:ext>
            </a:extLst>
          </p:cNvPr>
          <p:cNvSpPr txBox="1"/>
          <p:nvPr/>
        </p:nvSpPr>
        <p:spPr>
          <a:xfrm>
            <a:off x="6387669" y="1582457"/>
            <a:ext cx="1919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576C959E-C10A-0EA1-7013-D2AB3D19CF5F}"/>
              </a:ext>
            </a:extLst>
          </p:cNvPr>
          <p:cNvCxnSpPr>
            <a:stCxn id="26" idx="6"/>
            <a:endCxn id="28" idx="2"/>
          </p:cNvCxnSpPr>
          <p:nvPr/>
        </p:nvCxnSpPr>
        <p:spPr>
          <a:xfrm>
            <a:off x="7357317" y="1852014"/>
            <a:ext cx="562445" cy="3990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8C8BB4DD-4A4E-17CB-D087-3DCB5B2D2EEE}"/>
              </a:ext>
            </a:extLst>
          </p:cNvPr>
          <p:cNvSpPr txBox="1"/>
          <p:nvPr/>
        </p:nvSpPr>
        <p:spPr>
          <a:xfrm>
            <a:off x="7364892" y="2051563"/>
            <a:ext cx="1919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CC3CC12C-4FDB-05AB-F91B-631BFC7233B0}"/>
              </a:ext>
            </a:extLst>
          </p:cNvPr>
          <p:cNvCxnSpPr>
            <a:cxnSpLocks/>
            <a:stCxn id="26" idx="6"/>
            <a:endCxn id="34" idx="2"/>
          </p:cNvCxnSpPr>
          <p:nvPr/>
        </p:nvCxnSpPr>
        <p:spPr>
          <a:xfrm flipV="1">
            <a:off x="7357317" y="1005907"/>
            <a:ext cx="2629516" cy="846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96062B7C-DB01-F8B2-6032-8105DA0ED3BE}"/>
              </a:ext>
            </a:extLst>
          </p:cNvPr>
          <p:cNvSpPr txBox="1"/>
          <p:nvPr/>
        </p:nvSpPr>
        <p:spPr>
          <a:xfrm>
            <a:off x="8119311" y="1244294"/>
            <a:ext cx="211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7D9C37B9-5899-0BCD-36D5-932A86D8E820}"/>
              </a:ext>
            </a:extLst>
          </p:cNvPr>
          <p:cNvCxnSpPr>
            <a:stCxn id="28" idx="6"/>
            <a:endCxn id="32" idx="2"/>
          </p:cNvCxnSpPr>
          <p:nvPr/>
        </p:nvCxnSpPr>
        <p:spPr>
          <a:xfrm>
            <a:off x="8318860" y="2251112"/>
            <a:ext cx="6921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75D3194D-1043-CA75-FBA5-AF8E4AFFF009}"/>
              </a:ext>
            </a:extLst>
          </p:cNvPr>
          <p:cNvCxnSpPr>
            <a:stCxn id="32" idx="6"/>
            <a:endCxn id="34" idx="2"/>
          </p:cNvCxnSpPr>
          <p:nvPr/>
        </p:nvCxnSpPr>
        <p:spPr>
          <a:xfrm flipV="1">
            <a:off x="9410060" y="1005907"/>
            <a:ext cx="576773" cy="12452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1FE42D17-B325-FF81-400D-5B58C4DB6276}"/>
              </a:ext>
            </a:extLst>
          </p:cNvPr>
          <p:cNvSpPr/>
          <p:nvPr/>
        </p:nvSpPr>
        <p:spPr>
          <a:xfrm>
            <a:off x="2801292" y="825935"/>
            <a:ext cx="757790" cy="25764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开始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61407099-3BC1-2125-8933-33B28FBC4155}"/>
              </a:ext>
            </a:extLst>
          </p:cNvPr>
          <p:cNvSpPr/>
          <p:nvPr/>
        </p:nvSpPr>
        <p:spPr>
          <a:xfrm>
            <a:off x="11098236" y="908230"/>
            <a:ext cx="757790" cy="25764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结束</a:t>
            </a:r>
          </a:p>
        </p:txBody>
      </p: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0F4C6B29-4021-2FF0-8374-EF62DA79A24F}"/>
              </a:ext>
            </a:extLst>
          </p:cNvPr>
          <p:cNvCxnSpPr>
            <a:stCxn id="34" idx="6"/>
            <a:endCxn id="87" idx="1"/>
          </p:cNvCxnSpPr>
          <p:nvPr/>
        </p:nvCxnSpPr>
        <p:spPr>
          <a:xfrm>
            <a:off x="10385931" y="1005907"/>
            <a:ext cx="712305" cy="311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A898AF71-C2C1-4091-A6C1-FC80F3E1074A}"/>
              </a:ext>
            </a:extLst>
          </p:cNvPr>
          <p:cNvSpPr txBox="1"/>
          <p:nvPr/>
        </p:nvSpPr>
        <p:spPr>
          <a:xfrm>
            <a:off x="171761" y="189066"/>
            <a:ext cx="2106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event_stream()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00F54C1-AE43-7D3B-6CCF-122CEF4B745A}"/>
              </a:ext>
            </a:extLst>
          </p:cNvPr>
          <p:cNvSpPr/>
          <p:nvPr/>
        </p:nvSpPr>
        <p:spPr>
          <a:xfrm>
            <a:off x="1041896" y="1497634"/>
            <a:ext cx="1125726" cy="30590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event_stream</a:t>
            </a: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5C6495D9-CCE9-97DC-1AD6-6DF45F998F4D}"/>
              </a:ext>
            </a:extLst>
          </p:cNvPr>
          <p:cNvSpPr/>
          <p:nvPr/>
        </p:nvSpPr>
        <p:spPr>
          <a:xfrm>
            <a:off x="1041897" y="860974"/>
            <a:ext cx="1125726" cy="30590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开始</a:t>
            </a: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17CAEE98-50D5-DEFB-781A-2B8FECB1538E}"/>
              </a:ext>
            </a:extLst>
          </p:cNvPr>
          <p:cNvCxnSpPr>
            <a:stCxn id="5" idx="2"/>
            <a:endCxn id="4" idx="0"/>
          </p:cNvCxnSpPr>
          <p:nvPr/>
        </p:nvCxnSpPr>
        <p:spPr>
          <a:xfrm flipH="1">
            <a:off x="1604759" y="1166881"/>
            <a:ext cx="1" cy="3307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116714A3-BA81-C487-9CBD-D3103A0F9349}"/>
              </a:ext>
            </a:extLst>
          </p:cNvPr>
          <p:cNvSpPr/>
          <p:nvPr/>
        </p:nvSpPr>
        <p:spPr>
          <a:xfrm>
            <a:off x="1041896" y="2109612"/>
            <a:ext cx="1125726" cy="30590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execute_research</a:t>
            </a: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39DB46BD-9972-F867-7A1B-6A5A6DC1E701}"/>
              </a:ext>
            </a:extLst>
          </p:cNvPr>
          <p:cNvCxnSpPr>
            <a:stCxn id="4" idx="2"/>
            <a:endCxn id="10" idx="0"/>
          </p:cNvCxnSpPr>
          <p:nvPr/>
        </p:nvCxnSpPr>
        <p:spPr>
          <a:xfrm>
            <a:off x="1604759" y="1803541"/>
            <a:ext cx="0" cy="3060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4E49145F-76FB-B803-08E2-D9BAC54E3FA1}"/>
              </a:ext>
            </a:extLst>
          </p:cNvPr>
          <p:cNvSpPr/>
          <p:nvPr/>
        </p:nvSpPr>
        <p:spPr>
          <a:xfrm>
            <a:off x="1041896" y="2706122"/>
            <a:ext cx="1125726" cy="30590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zh-CN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_graph_run</a:t>
            </a:r>
            <a:r>
              <a:rPr lang="en-US" altLang="zh-CN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zh-CN" altLang="zh-CN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run_research</a:t>
            </a:r>
          </a:p>
        </p:txBody>
      </p: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330EA279-888A-6297-D587-C1D4DBAC0744}"/>
              </a:ext>
            </a:extLst>
          </p:cNvPr>
          <p:cNvCxnSpPr>
            <a:stCxn id="10" idx="2"/>
            <a:endCxn id="16" idx="0"/>
          </p:cNvCxnSpPr>
          <p:nvPr/>
        </p:nvCxnSpPr>
        <p:spPr>
          <a:xfrm>
            <a:off x="1604759" y="2415519"/>
            <a:ext cx="0" cy="2906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矩形 19">
            <a:extLst>
              <a:ext uri="{FF2B5EF4-FFF2-40B4-BE49-F238E27FC236}">
                <a16:creationId xmlns:a16="http://schemas.microsoft.com/office/drawing/2014/main" id="{96DDE5D8-6A16-A2DF-3219-2FF5061EB15E}"/>
              </a:ext>
            </a:extLst>
          </p:cNvPr>
          <p:cNvSpPr/>
          <p:nvPr/>
        </p:nvSpPr>
        <p:spPr>
          <a:xfrm>
            <a:off x="1041896" y="3334276"/>
            <a:ext cx="1125726" cy="30590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graph.stream</a:t>
            </a: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endParaRPr lang="zh-CN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84A6DB6F-6BA9-73D6-D3F2-C460FB6AB2B6}"/>
              </a:ext>
            </a:extLst>
          </p:cNvPr>
          <p:cNvCxnSpPr>
            <a:stCxn id="16" idx="2"/>
            <a:endCxn id="20" idx="0"/>
          </p:cNvCxnSpPr>
          <p:nvPr/>
        </p:nvCxnSpPr>
        <p:spPr>
          <a:xfrm>
            <a:off x="1604759" y="3012029"/>
            <a:ext cx="0" cy="3222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左大括号 5">
            <a:extLst>
              <a:ext uri="{FF2B5EF4-FFF2-40B4-BE49-F238E27FC236}">
                <a16:creationId xmlns:a16="http://schemas.microsoft.com/office/drawing/2014/main" id="{EE064F3D-3454-3F24-411E-D4ED7AD111C3}"/>
              </a:ext>
            </a:extLst>
          </p:cNvPr>
          <p:cNvSpPr/>
          <p:nvPr/>
        </p:nvSpPr>
        <p:spPr>
          <a:xfrm>
            <a:off x="2187659" y="2980949"/>
            <a:ext cx="126298" cy="1012559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F13B0E6-E7FE-7A2E-6240-733931B221C5}"/>
              </a:ext>
            </a:extLst>
          </p:cNvPr>
          <p:cNvSpPr txBox="1"/>
          <p:nvPr/>
        </p:nvSpPr>
        <p:spPr>
          <a:xfrm>
            <a:off x="2278418" y="2857716"/>
            <a:ext cx="1687350" cy="2431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 altLang="zh-CN" sz="980" dirty="0">
                <a:solidFill>
                  <a:srgbClr val="080808"/>
                </a:solidFill>
                <a:effectLst/>
                <a:latin typeface="JetBrains Mono"/>
              </a:rPr>
              <a:t>initial_state</a:t>
            </a:r>
            <a:r>
              <a:rPr lang="en-US" altLang="zh-CN" sz="980" dirty="0">
                <a:solidFill>
                  <a:srgbClr val="080808"/>
                </a:solidFill>
                <a:effectLst/>
                <a:latin typeface="JetBrains Mono"/>
              </a:rPr>
              <a:t>()</a:t>
            </a:r>
            <a:r>
              <a:rPr lang="zh-CN" altLang="en-US" sz="980" dirty="0">
                <a:solidFill>
                  <a:srgbClr val="080808"/>
                </a:solidFill>
                <a:effectLst/>
                <a:latin typeface="JetBrains Mono"/>
              </a:rPr>
              <a:t>图的初始状态</a:t>
            </a:r>
            <a:endParaRPr lang="zh-CN" altLang="zh-CN" sz="980" dirty="0">
              <a:solidFill>
                <a:srgbClr val="080808"/>
              </a:solidFill>
              <a:effectLst/>
              <a:latin typeface="JetBrains Mono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696567B-C687-5DB4-15D7-34770C0EEEB8}"/>
              </a:ext>
            </a:extLst>
          </p:cNvPr>
          <p:cNvSpPr txBox="1"/>
          <p:nvPr/>
        </p:nvSpPr>
        <p:spPr>
          <a:xfrm>
            <a:off x="2232275" y="3343310"/>
            <a:ext cx="6095158" cy="2431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 altLang="zh-CN" sz="980">
                <a:solidFill>
                  <a:srgbClr val="080808"/>
                </a:solidFill>
                <a:effectLst/>
                <a:latin typeface="JetBrains Mono"/>
              </a:rPr>
              <a:t>config</a:t>
            </a:r>
            <a:endParaRPr lang="zh-CN" altLang="zh-CN" sz="980" dirty="0">
              <a:solidFill>
                <a:srgbClr val="080808"/>
              </a:solidFill>
              <a:effectLst/>
              <a:latin typeface="JetBrains Mono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64342EC-1E5E-35BA-3C57-E529540C1CEE}"/>
              </a:ext>
            </a:extLst>
          </p:cNvPr>
          <p:cNvSpPr txBox="1"/>
          <p:nvPr/>
        </p:nvSpPr>
        <p:spPr>
          <a:xfrm>
            <a:off x="2273116" y="3855244"/>
            <a:ext cx="6095158" cy="2431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 altLang="zh-CN" sz="980" dirty="0">
                <a:solidFill>
                  <a:srgbClr val="080808"/>
                </a:solidFill>
                <a:effectLst/>
                <a:latin typeface="JetBrains Mono"/>
              </a:rPr>
              <a:t>stream_mode=</a:t>
            </a:r>
            <a:r>
              <a:rPr lang="zh-CN" altLang="zh-CN" sz="980" dirty="0">
                <a:solidFill>
                  <a:srgbClr val="067D17"/>
                </a:solidFill>
                <a:effectLst/>
                <a:latin typeface="JetBrains Mono"/>
              </a:rPr>
              <a:t>“values“</a:t>
            </a:r>
            <a:r>
              <a:rPr lang="en-US" altLang="zh-CN" sz="980" dirty="0">
                <a:solidFill>
                  <a:srgbClr val="067D17"/>
                </a:solidFill>
                <a:effectLst/>
                <a:latin typeface="JetBrains Mono"/>
              </a:rPr>
              <a:t> </a:t>
            </a:r>
            <a:r>
              <a:rPr lang="zh-CN" altLang="en-US" sz="980" dirty="0">
                <a:solidFill>
                  <a:srgbClr val="067D17"/>
                </a:solidFill>
                <a:effectLst/>
                <a:latin typeface="JetBrains Mono"/>
              </a:rPr>
              <a:t>每次输出一个完整的状态</a:t>
            </a:r>
            <a:endParaRPr lang="zh-CN" altLang="zh-CN" sz="980" dirty="0">
              <a:solidFill>
                <a:srgbClr val="080808"/>
              </a:solidFill>
              <a:effectLst/>
              <a:latin typeface="JetBrains Mono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70811B1-6B88-A314-EA44-38C9CBD16A3D}"/>
              </a:ext>
            </a:extLst>
          </p:cNvPr>
          <p:cNvSpPr/>
          <p:nvPr/>
        </p:nvSpPr>
        <p:spPr>
          <a:xfrm>
            <a:off x="1041895" y="3992524"/>
            <a:ext cx="1125727" cy="4091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get_graph()</a:t>
            </a:r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</a:p>
          <a:p>
            <a:pPr algn="ctr"/>
            <a:r>
              <a:rPr lang="zh-CN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_compiled_grap</a:t>
            </a: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9F154CDE-5B0D-9B14-2846-459CB7B672ED}"/>
              </a:ext>
            </a:extLst>
          </p:cNvPr>
          <p:cNvCxnSpPr>
            <a:stCxn id="20" idx="2"/>
            <a:endCxn id="23" idx="0"/>
          </p:cNvCxnSpPr>
          <p:nvPr/>
        </p:nvCxnSpPr>
        <p:spPr>
          <a:xfrm>
            <a:off x="1604759" y="3640183"/>
            <a:ext cx="0" cy="3523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6FD14CA3-5D23-95CA-9FF0-2CADA6E19FAB}"/>
              </a:ext>
            </a:extLst>
          </p:cNvPr>
          <p:cNvSpPr/>
          <p:nvPr/>
        </p:nvSpPr>
        <p:spPr>
          <a:xfrm>
            <a:off x="1041895" y="4754023"/>
            <a:ext cx="1145764" cy="4037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build_graph().compile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E9114FE5-1C03-FBD9-F31F-BDF8B567D441}"/>
              </a:ext>
            </a:extLst>
          </p:cNvPr>
          <p:cNvCxnSpPr>
            <a:stCxn id="23" idx="2"/>
            <a:endCxn id="29" idx="0"/>
          </p:cNvCxnSpPr>
          <p:nvPr/>
        </p:nvCxnSpPr>
        <p:spPr>
          <a:xfrm>
            <a:off x="1604759" y="4401682"/>
            <a:ext cx="10018" cy="3523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74327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4A1CF-9C26-9BF9-2214-F714252BD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71C6EAD-D3A6-11CB-BEA5-87AD7E98F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75A9D7E-2A19-980B-8CFB-B38D3C7CC7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"/api/research/resume"</a:t>
            </a: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385045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8EFA7-F048-D0EA-C6C8-7AC4EDEE3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D38CFC-51B7-3ED3-079A-2F64C6564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B71D0E-CC76-194B-CC5D-3953DB9D54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"/api/research/state/{thread_id}"</a:t>
            </a: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查询指定线程当前状态</a:t>
            </a:r>
          </a:p>
        </p:txBody>
      </p:sp>
    </p:spTree>
    <p:extLst>
      <p:ext uri="{BB962C8B-B14F-4D97-AF65-F5344CB8AC3E}">
        <p14:creationId xmlns:p14="http://schemas.microsoft.com/office/powerpoint/2010/main" val="17333408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6A39F-03A0-10DC-C268-76B5585CE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A78901-84E2-552A-9169-B1315839D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0EEAD31-1B91-D6C9-F6D7-668936DF4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"/api/research/simple"</a:t>
            </a: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非流式节点，返回完整结果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(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用于测试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)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910339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0290E-3ED7-2E8A-F748-3B3B8FED6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2769EC-3404-7D69-58E4-C74098AE0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1445CBA-7E16-97C1-9674-CA06B6C253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"/api/conversations“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(get)</a:t>
            </a: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返回所有对话列表</a:t>
            </a:r>
            <a:endParaRPr lang="zh-CN" altLang="zh-CN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19337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67B7E-DF24-1B63-6DB4-30AD6E8CE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19F2A7-3CA0-8967-FBCE-D88E8652DB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C943D9-4334-3629-CFC5-F3F12C4EEB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"/api/conversations“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(post)</a:t>
            </a: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创建新对话</a:t>
            </a:r>
            <a:endParaRPr lang="zh-CN" altLang="zh-CN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81767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2C9D2-83C3-E974-0DFB-EA72911B1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93DA454-C10C-30F1-401B-2C0742097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8BFECDC-1ADD-F663-61E5-8D2D7473BC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“/api/conversations/{conv_id}“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(get)</a:t>
            </a: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获取单个对话详情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(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三张表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)</a:t>
            </a:r>
            <a:endParaRPr lang="zh-CN" altLang="zh-CN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2487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C4B85-D55B-6E9D-431B-2AF5422F5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71DA56-CF90-19F9-CFFD-C3A5B506E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96AE129-E713-5C11-E02B-52FBC78ED2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“/api/conversations/{conv_id}“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(delete)</a:t>
            </a: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删除整个对话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(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删除对话及其关联的表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)</a:t>
            </a:r>
            <a:endParaRPr lang="zh-CN" altLang="zh-CN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579345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0467A-86C7-C20C-CC90-7DFF55F63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E58956-3D1C-36C8-AE68-D4B625528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5A0AE0D-BC25-7073-23E1-702B42F63E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“/api/conversations/{conv_id}</a:t>
            </a:r>
            <a:r>
              <a:rPr lang="zh-CN" altLang="en-US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”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(patch)</a:t>
            </a:r>
          </a:p>
          <a:p>
            <a:pPr lvl="2"/>
            <a:r>
              <a:rPr lang="zh-CN" altLang="en-US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更新某个对话的标题</a:t>
            </a:r>
            <a:endParaRPr lang="zh-CN" altLang="zh-CN" dirty="0"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167009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A29C9-C610-8E1A-D0F0-BEC0D2FA4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429DED-6AAD-CADC-0407-D128C32B0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9925045-9F15-8027-D3FE-F27C8E80E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"/api/conversations/{conv_id}/messages“</a:t>
            </a:r>
            <a:endParaRPr lang="en-US" altLang="zh-CN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获取某个对话的所有信息</a:t>
            </a:r>
            <a:endParaRPr lang="zh-CN" altLang="zh-CN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0854346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CH-20A5DFBBC4291D0CC51BB8AEAA48E23F255EA2D6D7707BF17C24A6EDAA20D94E" val="[{&quot;GradientColorId&quot;:&quot;&quot;,&quot;IsFree&quot;:true,&quot;IsGradient&quot;:false,&quot;ImagePath&quot;:&quot;&quot;,&quot;GradientColor&quot;:null,&quot;SimpleColor&quot;:&quot;#000000&quot;}]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1075</TotalTime>
  <Words>1271</Words>
  <Application>Microsoft Office PowerPoint</Application>
  <PresentationFormat>宽屏</PresentationFormat>
  <Paragraphs>111</Paragraphs>
  <Slides>19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6" baseType="lpstr">
      <vt:lpstr>JetBrains Mono</vt:lpstr>
      <vt:lpstr>等线</vt:lpstr>
      <vt:lpstr>等线 Light</vt:lpstr>
      <vt:lpstr>黑体</vt:lpstr>
      <vt:lpstr>Arial</vt:lpstr>
      <vt:lpstr>Times New Roman</vt:lpstr>
      <vt:lpstr>Office 主题​​</vt:lpstr>
      <vt:lpstr>Bioinformatics_Agent_Architecture</vt:lpstr>
      <vt:lpstr>PowerPoint 演示文稿</vt:lpstr>
      <vt:lpstr>config.py</vt:lpstr>
      <vt:lpstr>main.py</vt:lpstr>
      <vt:lpstr>backend.api.server.py</vt:lpstr>
      <vt:lpstr>backend.api.server.py</vt:lpstr>
      <vt:lpstr>backend.api.server.py</vt:lpstr>
      <vt:lpstr>backend.api.server.py</vt:lpstr>
      <vt:lpstr>backend.api.server.py</vt:lpstr>
      <vt:lpstr>PowerPoint 演示文稿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庭浩 夏</dc:creator>
  <cp:lastModifiedBy>庭浩 夏</cp:lastModifiedBy>
  <cp:revision>154</cp:revision>
  <dcterms:created xsi:type="dcterms:W3CDTF">2026-07-06T08:12:36Z</dcterms:created>
  <dcterms:modified xsi:type="dcterms:W3CDTF">2026-07-15T10:12:50Z</dcterms:modified>
</cp:coreProperties>
</file>